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1" r:id="rId5"/>
    <p:sldMasterId id="2147483762" r:id="rId6"/>
    <p:sldMasterId id="2147483764" r:id="rId7"/>
    <p:sldMasterId id="2147483771" r:id="rId8"/>
    <p:sldMasterId id="2147483778" r:id="rId9"/>
  </p:sldMasterIdLst>
  <p:notesMasterIdLst>
    <p:notesMasterId r:id="rId20"/>
  </p:notesMasterIdLst>
  <p:handoutMasterIdLst>
    <p:handoutMasterId r:id="rId21"/>
  </p:handoutMasterIdLst>
  <p:sldIdLst>
    <p:sldId id="312" r:id="rId10"/>
    <p:sldId id="272" r:id="rId11"/>
    <p:sldId id="273" r:id="rId12"/>
    <p:sldId id="308" r:id="rId13"/>
    <p:sldId id="309" r:id="rId14"/>
    <p:sldId id="310" r:id="rId15"/>
    <p:sldId id="311" r:id="rId16"/>
    <p:sldId id="315" r:id="rId17"/>
    <p:sldId id="314" r:id="rId18"/>
    <p:sldId id="316" r:id="rId19"/>
  </p:sldIdLst>
  <p:sldSz cx="9144000" cy="5143500" type="screen16x9"/>
  <p:notesSz cx="6797675" cy="98726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00" userDrawn="1">
          <p15:clr>
            <a:srgbClr val="A4A3A4"/>
          </p15:clr>
        </p15:guide>
        <p15:guide id="2" orient="horz" pos="667" userDrawn="1">
          <p15:clr>
            <a:srgbClr val="A4A3A4"/>
          </p15:clr>
        </p15:guide>
        <p15:guide id="3" pos="357" userDrawn="1">
          <p15:clr>
            <a:srgbClr val="A4A3A4"/>
          </p15:clr>
        </p15:guide>
        <p15:guide id="4" pos="44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4CE"/>
    <a:srgbClr val="9176B4"/>
    <a:srgbClr val="BF76AA"/>
    <a:srgbClr val="D676AD"/>
    <a:srgbClr val="E50051"/>
    <a:srgbClr val="581D74"/>
    <a:srgbClr val="FB1E83"/>
    <a:srgbClr val="DCE288"/>
    <a:srgbClr val="EB624A"/>
    <a:srgbClr val="2DA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585089-EB82-4253-9FCE-E15331557A05}" v="1" dt="2026-07-01T20:59:21.800"/>
  </p1510:revLst>
</p1510:revInfo>
</file>

<file path=ppt/tableStyles.xml><?xml version="1.0" encoding="utf-8"?>
<a:tblStyleLst xmlns:a="http://schemas.openxmlformats.org/drawingml/2006/main" def="{F66A9B51-AE3E-4324-8CB2-79743BB350C3}">
  <a:tblStyle styleId="{F66A9B51-AE3E-4324-8CB2-79743BB350C3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6327" autoAdjust="0"/>
  </p:normalViewPr>
  <p:slideViewPr>
    <p:cSldViewPr showGuides="1">
      <p:cViewPr varScale="1">
        <p:scale>
          <a:sx n="128" d="100"/>
          <a:sy n="128" d="100"/>
        </p:scale>
        <p:origin x="612" y="80"/>
      </p:cViewPr>
      <p:guideLst>
        <p:guide orient="horz" pos="2300"/>
        <p:guide orient="horz" pos="667"/>
        <p:guide pos="357"/>
        <p:guide pos="4468"/>
      </p:guideLst>
    </p:cSldViewPr>
  </p:slideViewPr>
  <p:outlineViewPr>
    <p:cViewPr>
      <p:scale>
        <a:sx n="33" d="100"/>
        <a:sy n="33" d="100"/>
      </p:scale>
      <p:origin x="0" y="-21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06" d="100"/>
          <a:sy n="106" d="100"/>
        </p:scale>
        <p:origin x="3968" y="192"/>
      </p:cViewPr>
      <p:guideLst>
        <p:guide orient="horz" pos="3109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haibou Seynou" userId="772f9e556e962c23" providerId="LiveId" clId="{03F5E8EE-0567-4784-93D9-FE4D6DBFAA8F}"/>
    <pc:docChg chg="undo redo custSel addSld delSld modSld sldOrd modMainMaster addSection delSection modSection">
      <pc:chgData name="Souhaibou Seynou" userId="772f9e556e962c23" providerId="LiveId" clId="{03F5E8EE-0567-4784-93D9-FE4D6DBFAA8F}" dt="2026-06-26T18:19:35.931" v="6243" actId="14100"/>
      <pc:docMkLst>
        <pc:docMk/>
      </pc:docMkLst>
      <pc:sldChg chg="addSp delSp modSp mod ord">
        <pc:chgData name="Souhaibou Seynou" userId="772f9e556e962c23" providerId="LiveId" clId="{03F5E8EE-0567-4784-93D9-FE4D6DBFAA8F}" dt="2026-06-26T17:50:21.105" v="6187"/>
        <pc:sldMkLst>
          <pc:docMk/>
          <pc:sldMk cId="1903675104" sldId="272"/>
        </pc:sldMkLst>
        <pc:spChg chg="add mod">
          <ac:chgData name="Souhaibou Seynou" userId="772f9e556e962c23" providerId="LiveId" clId="{03F5E8EE-0567-4784-93D9-FE4D6DBFAA8F}" dt="2026-06-26T17:50:21.105" v="6187"/>
          <ac:spMkLst>
            <pc:docMk/>
            <pc:sldMk cId="1903675104" sldId="272"/>
            <ac:spMk id="3" creationId="{82683820-BE54-8C42-3F1B-346EF1A9ED86}"/>
          </ac:spMkLst>
        </pc:spChg>
        <pc:spChg chg="mod">
          <ac:chgData name="Souhaibou Seynou" userId="772f9e556e962c23" providerId="LiveId" clId="{03F5E8EE-0567-4784-93D9-FE4D6DBFAA8F}" dt="2026-06-13T16:57:00.176" v="1411" actId="207"/>
          <ac:spMkLst>
            <pc:docMk/>
            <pc:sldMk cId="1903675104" sldId="272"/>
            <ac:spMk id="5" creationId="{F25E9274-117A-1530-4C83-6F827B7F0274}"/>
          </ac:spMkLst>
        </pc:spChg>
        <pc:graphicFrameChg chg="add mod modGraphic">
          <ac:chgData name="Souhaibou Seynou" userId="772f9e556e962c23" providerId="LiveId" clId="{03F5E8EE-0567-4784-93D9-FE4D6DBFAA8F}" dt="2026-06-14T01:41:42.710" v="2850" actId="255"/>
          <ac:graphicFrameMkLst>
            <pc:docMk/>
            <pc:sldMk cId="1903675104" sldId="272"/>
            <ac:graphicFrameMk id="8" creationId="{B35E0808-E8FA-1174-4676-EF814075BE4F}"/>
          </ac:graphicFrameMkLst>
        </pc:graphicFrameChg>
      </pc:sldChg>
      <pc:sldChg chg="addSp delSp modSp mod ord modClrScheme chgLayout">
        <pc:chgData name="Souhaibou Seynou" userId="772f9e556e962c23" providerId="LiveId" clId="{03F5E8EE-0567-4784-93D9-FE4D6DBFAA8F}" dt="2026-06-26T18:19:35.931" v="6243" actId="14100"/>
        <pc:sldMkLst>
          <pc:docMk/>
          <pc:sldMk cId="1482937433" sldId="273"/>
        </pc:sldMkLst>
        <pc:spChg chg="mod ord">
          <ac:chgData name="Souhaibou Seynou" userId="772f9e556e962c23" providerId="LiveId" clId="{03F5E8EE-0567-4784-93D9-FE4D6DBFAA8F}" dt="2026-06-14T16:05:30.129" v="2889" actId="700"/>
          <ac:spMkLst>
            <pc:docMk/>
            <pc:sldMk cId="1482937433" sldId="273"/>
            <ac:spMk id="2" creationId="{28FB2377-3E3B-9CDA-6872-0B9200401AE5}"/>
          </ac:spMkLst>
        </pc:spChg>
        <pc:spChg chg="add mod">
          <ac:chgData name="Souhaibou Seynou" userId="772f9e556e962c23" providerId="LiveId" clId="{03F5E8EE-0567-4784-93D9-FE4D6DBFAA8F}" dt="2026-06-26T17:50:30.446" v="6188"/>
          <ac:spMkLst>
            <pc:docMk/>
            <pc:sldMk cId="1482937433" sldId="273"/>
            <ac:spMk id="3" creationId="{8F218167-C47A-EA18-D1A6-7CC2C4DE16DF}"/>
          </ac:spMkLst>
        </pc:spChg>
        <pc:spChg chg="mod ord">
          <ac:chgData name="Souhaibou Seynou" userId="772f9e556e962c23" providerId="LiveId" clId="{03F5E8EE-0567-4784-93D9-FE4D6DBFAA8F}" dt="2026-06-14T16:05:30.129" v="2889" actId="700"/>
          <ac:spMkLst>
            <pc:docMk/>
            <pc:sldMk cId="1482937433" sldId="273"/>
            <ac:spMk id="4" creationId="{17CA4FAB-38C0-2C83-2B61-5DC0D2CCC3A4}"/>
          </ac:spMkLst>
        </pc:spChg>
        <pc:spChg chg="mod ord">
          <ac:chgData name="Souhaibou Seynou" userId="772f9e556e962c23" providerId="LiveId" clId="{03F5E8EE-0567-4784-93D9-FE4D6DBFAA8F}" dt="2026-06-14T16:06:43.202" v="2896" actId="122"/>
          <ac:spMkLst>
            <pc:docMk/>
            <pc:sldMk cId="1482937433" sldId="273"/>
            <ac:spMk id="5" creationId="{9830C89C-586A-9F11-56B8-6D7F7571C09A}"/>
          </ac:spMkLst>
        </pc:spChg>
        <pc:graphicFrameChg chg="add mod ord modGraphic">
          <ac:chgData name="Souhaibou Seynou" userId="772f9e556e962c23" providerId="LiveId" clId="{03F5E8EE-0567-4784-93D9-FE4D6DBFAA8F}" dt="2026-06-26T18:19:35.931" v="6243" actId="14100"/>
          <ac:graphicFrameMkLst>
            <pc:docMk/>
            <pc:sldMk cId="1482937433" sldId="273"/>
            <ac:graphicFrameMk id="13" creationId="{838A9E82-FDD4-B907-0BE3-7710FA1BB0E6}"/>
          </ac:graphicFrameMkLst>
        </pc:graphicFrameChg>
        <pc:graphicFrameChg chg="add mod modGraphic">
          <ac:chgData name="Souhaibou Seynou" userId="772f9e556e962c23" providerId="LiveId" clId="{03F5E8EE-0567-4784-93D9-FE4D6DBFAA8F}" dt="2026-06-26T18:19:28.932" v="6242" actId="1038"/>
          <ac:graphicFrameMkLst>
            <pc:docMk/>
            <pc:sldMk cId="1482937433" sldId="273"/>
            <ac:graphicFrameMk id="19" creationId="{D7E26440-BD6E-62EE-D53D-60412F01B131}"/>
          </ac:graphicFrameMkLst>
        </pc:graphicFrameChg>
        <pc:picChg chg="add mod ord">
          <ac:chgData name="Souhaibou Seynou" userId="772f9e556e962c23" providerId="LiveId" clId="{03F5E8EE-0567-4784-93D9-FE4D6DBFAA8F}" dt="2026-06-26T18:19:28.932" v="6242" actId="1038"/>
          <ac:picMkLst>
            <pc:docMk/>
            <pc:sldMk cId="1482937433" sldId="273"/>
            <ac:picMk id="15" creationId="{59DF5802-8176-0529-5793-59158DFF9CDE}"/>
          </ac:picMkLst>
        </pc:picChg>
      </pc:sldChg>
      <pc:sldChg chg="addSp delSp modSp add mod">
        <pc:chgData name="Souhaibou Seynou" userId="772f9e556e962c23" providerId="LiveId" clId="{03F5E8EE-0567-4784-93D9-FE4D6DBFAA8F}" dt="2026-06-26T17:50:36.717" v="6189"/>
        <pc:sldMkLst>
          <pc:docMk/>
          <pc:sldMk cId="1881090745" sldId="308"/>
        </pc:sldMkLst>
        <pc:spChg chg="add mod">
          <ac:chgData name="Souhaibou Seynou" userId="772f9e556e962c23" providerId="LiveId" clId="{03F5E8EE-0567-4784-93D9-FE4D6DBFAA8F}" dt="2026-06-26T17:50:36.717" v="6189"/>
          <ac:spMkLst>
            <pc:docMk/>
            <pc:sldMk cId="1881090745" sldId="308"/>
            <ac:spMk id="2" creationId="{4CB8F9FD-B0D7-0F7E-F799-8A1B7B944899}"/>
          </ac:spMkLst>
        </pc:spChg>
        <pc:spChg chg="mod">
          <ac:chgData name="Souhaibou Seynou" userId="772f9e556e962c23" providerId="LiveId" clId="{03F5E8EE-0567-4784-93D9-FE4D6DBFAA8F}" dt="2026-06-13T15:56:44.029" v="1027" actId="26606"/>
          <ac:spMkLst>
            <pc:docMk/>
            <pc:sldMk cId="1881090745" sldId="308"/>
            <ac:spMk id="4" creationId="{DB59448E-C17F-B221-EEDC-807FDB79C42C}"/>
          </ac:spMkLst>
        </pc:spChg>
        <pc:spChg chg="mod">
          <ac:chgData name="Souhaibou Seynou" userId="772f9e556e962c23" providerId="LiveId" clId="{03F5E8EE-0567-4784-93D9-FE4D6DBFAA8F}" dt="2026-06-13T15:56:44.029" v="1027" actId="26606"/>
          <ac:spMkLst>
            <pc:docMk/>
            <pc:sldMk cId="1881090745" sldId="308"/>
            <ac:spMk id="5" creationId="{B6E89F52-F585-61AD-CB1B-69E5A052A304}"/>
          </ac:spMkLst>
        </pc:spChg>
        <pc:spChg chg="mod">
          <ac:chgData name="Souhaibou Seynou" userId="772f9e556e962c23" providerId="LiveId" clId="{03F5E8EE-0567-4784-93D9-FE4D6DBFAA8F}" dt="2026-06-13T15:56:44.029" v="1027" actId="26606"/>
          <ac:spMkLst>
            <pc:docMk/>
            <pc:sldMk cId="1881090745" sldId="308"/>
            <ac:spMk id="6" creationId="{41CED350-1971-594E-0D33-DF08ECB0748F}"/>
          </ac:spMkLst>
        </pc:spChg>
        <pc:spChg chg="mod">
          <ac:chgData name="Souhaibou Seynou" userId="772f9e556e962c23" providerId="LiveId" clId="{03F5E8EE-0567-4784-93D9-FE4D6DBFAA8F}" dt="2026-06-13T16:39:42.243" v="1236" actId="207"/>
          <ac:spMkLst>
            <pc:docMk/>
            <pc:sldMk cId="1881090745" sldId="308"/>
            <ac:spMk id="7" creationId="{51B2EE6E-8EB5-473F-35B4-B3884D4AADB6}"/>
          </ac:spMkLst>
        </pc:spChg>
        <pc:graphicFrameChg chg="add mod ord modGraphic">
          <ac:chgData name="Souhaibou Seynou" userId="772f9e556e962c23" providerId="LiveId" clId="{03F5E8EE-0567-4784-93D9-FE4D6DBFAA8F}" dt="2026-06-16T00:15:44.195" v="5938" actId="113"/>
          <ac:graphicFrameMkLst>
            <pc:docMk/>
            <pc:sldMk cId="1881090745" sldId="308"/>
            <ac:graphicFrameMk id="18" creationId="{64C5A5A3-006A-75E4-997F-5C1D3A520B2B}"/>
          </ac:graphicFrameMkLst>
        </pc:graphicFrameChg>
        <pc:graphicFrameChg chg="add mod modGraphic">
          <ac:chgData name="Souhaibou Seynou" userId="772f9e556e962c23" providerId="LiveId" clId="{03F5E8EE-0567-4784-93D9-FE4D6DBFAA8F}" dt="2026-06-14T16:12:38.863" v="2909"/>
          <ac:graphicFrameMkLst>
            <pc:docMk/>
            <pc:sldMk cId="1881090745" sldId="308"/>
            <ac:graphicFrameMk id="20" creationId="{4022121F-6FDD-366B-6CE5-D4DD13576572}"/>
          </ac:graphicFrameMkLst>
        </pc:graphicFrameChg>
        <pc:picChg chg="add mod ord">
          <ac:chgData name="Souhaibou Seynou" userId="772f9e556e962c23" providerId="LiveId" clId="{03F5E8EE-0567-4784-93D9-FE4D6DBFAA8F}" dt="2026-06-13T16:48:40.063" v="1408" actId="1035"/>
          <ac:picMkLst>
            <pc:docMk/>
            <pc:sldMk cId="1881090745" sldId="308"/>
            <ac:picMk id="12" creationId="{9EDCACB6-02EF-34C9-F93E-3386C2A255BC}"/>
          </ac:picMkLst>
        </pc:picChg>
        <pc:picChg chg="add mod ord">
          <ac:chgData name="Souhaibou Seynou" userId="772f9e556e962c23" providerId="LiveId" clId="{03F5E8EE-0567-4784-93D9-FE4D6DBFAA8F}" dt="2026-06-13T16:48:33.467" v="1405" actId="1036"/>
          <ac:picMkLst>
            <pc:docMk/>
            <pc:sldMk cId="1881090745" sldId="308"/>
            <ac:picMk id="14" creationId="{2B93B9AA-DD74-7EF3-48DE-94BDDBAA7D6D}"/>
          </ac:picMkLst>
        </pc:picChg>
        <pc:picChg chg="add mod ord">
          <ac:chgData name="Souhaibou Seynou" userId="772f9e556e962c23" providerId="LiveId" clId="{03F5E8EE-0567-4784-93D9-FE4D6DBFAA8F}" dt="2026-06-13T16:38:53.337" v="1233" actId="14100"/>
          <ac:picMkLst>
            <pc:docMk/>
            <pc:sldMk cId="1881090745" sldId="308"/>
            <ac:picMk id="17" creationId="{44D9A64A-C803-D5BA-BC8C-325C723D45A4}"/>
          </ac:picMkLst>
        </pc:picChg>
      </pc:sldChg>
      <pc:sldChg chg="addSp delSp modSp add mod">
        <pc:chgData name="Souhaibou Seynou" userId="772f9e556e962c23" providerId="LiveId" clId="{03F5E8EE-0567-4784-93D9-FE4D6DBFAA8F}" dt="2026-06-26T17:50:42.916" v="6190"/>
        <pc:sldMkLst>
          <pc:docMk/>
          <pc:sldMk cId="87295469" sldId="309"/>
        </pc:sldMkLst>
        <pc:spChg chg="add mod">
          <ac:chgData name="Souhaibou Seynou" userId="772f9e556e962c23" providerId="LiveId" clId="{03F5E8EE-0567-4784-93D9-FE4D6DBFAA8F}" dt="2026-06-26T17:50:42.916" v="6190"/>
          <ac:spMkLst>
            <pc:docMk/>
            <pc:sldMk cId="87295469" sldId="309"/>
            <ac:spMk id="2" creationId="{9904B5BD-6C38-1CC6-4E0E-C346115BAF39}"/>
          </ac:spMkLst>
        </pc:spChg>
        <pc:spChg chg="mod">
          <ac:chgData name="Souhaibou Seynou" userId="772f9e556e962c23" providerId="LiveId" clId="{03F5E8EE-0567-4784-93D9-FE4D6DBFAA8F}" dt="2026-06-13T16:57:56.728" v="1435" actId="20577"/>
          <ac:spMkLst>
            <pc:docMk/>
            <pc:sldMk cId="87295469" sldId="309"/>
            <ac:spMk id="7" creationId="{BAC3060B-3986-43E2-F2DC-39DCDF95E3B1}"/>
          </ac:spMkLst>
        </pc:spChg>
        <pc:graphicFrameChg chg="add mod modGraphic">
          <ac:chgData name="Souhaibou Seynou" userId="772f9e556e962c23" providerId="LiveId" clId="{03F5E8EE-0567-4784-93D9-FE4D6DBFAA8F}" dt="2026-06-13T17:21:36.278" v="1617" actId="14734"/>
          <ac:graphicFrameMkLst>
            <pc:docMk/>
            <pc:sldMk cId="87295469" sldId="309"/>
            <ac:graphicFrameMk id="15" creationId="{B8916725-9E62-E1A8-A906-248CEC1D33EB}"/>
          </ac:graphicFrameMkLst>
        </pc:graphicFrameChg>
        <pc:graphicFrameChg chg="mod modGraphic">
          <ac:chgData name="Souhaibou Seynou" userId="772f9e556e962c23" providerId="LiveId" clId="{03F5E8EE-0567-4784-93D9-FE4D6DBFAA8F}" dt="2026-06-13T17:30:32.118" v="1736" actId="20577"/>
          <ac:graphicFrameMkLst>
            <pc:docMk/>
            <pc:sldMk cId="87295469" sldId="309"/>
            <ac:graphicFrameMk id="18" creationId="{2A9371A2-682B-00CF-D7B8-3D9B10C6F57D}"/>
          </ac:graphicFrameMkLst>
        </pc:graphicFrameChg>
        <pc:graphicFrameChg chg="add mod modGraphic">
          <ac:chgData name="Souhaibou Seynou" userId="772f9e556e962c23" providerId="LiveId" clId="{03F5E8EE-0567-4784-93D9-FE4D6DBFAA8F}" dt="2026-06-13T17:26:57.975" v="1705" actId="20577"/>
          <ac:graphicFrameMkLst>
            <pc:docMk/>
            <pc:sldMk cId="87295469" sldId="309"/>
            <ac:graphicFrameMk id="19" creationId="{CBFB885F-EF15-A578-A3D3-7428948D3454}"/>
          </ac:graphicFrameMkLst>
        </pc:graphicFrameChg>
        <pc:graphicFrameChg chg="add mod modGraphic">
          <ac:chgData name="Souhaibou Seynou" userId="772f9e556e962c23" providerId="LiveId" clId="{03F5E8EE-0567-4784-93D9-FE4D6DBFAA8F}" dt="2026-06-13T17:22:08.096" v="1619" actId="14100"/>
          <ac:graphicFrameMkLst>
            <pc:docMk/>
            <pc:sldMk cId="87295469" sldId="309"/>
            <ac:graphicFrameMk id="21" creationId="{FB6707C4-C3A4-F02D-7139-7A215D101578}"/>
          </ac:graphicFrameMkLst>
        </pc:graphicFrameChg>
        <pc:graphicFrameChg chg="add mod modGraphic">
          <ac:chgData name="Souhaibou Seynou" userId="772f9e556e962c23" providerId="LiveId" clId="{03F5E8EE-0567-4784-93D9-FE4D6DBFAA8F}" dt="2026-06-13T17:31:17.072" v="1817" actId="20577"/>
          <ac:graphicFrameMkLst>
            <pc:docMk/>
            <pc:sldMk cId="87295469" sldId="309"/>
            <ac:graphicFrameMk id="23" creationId="{F5691C62-D317-2ABB-9BF1-76DA25B904F4}"/>
          </ac:graphicFrameMkLst>
        </pc:graphicFrameChg>
        <pc:picChg chg="add mod">
          <ac:chgData name="Souhaibou Seynou" userId="772f9e556e962c23" providerId="LiveId" clId="{03F5E8EE-0567-4784-93D9-FE4D6DBFAA8F}" dt="2026-06-13T17:22:32.353" v="1623" actId="1035"/>
          <ac:picMkLst>
            <pc:docMk/>
            <pc:sldMk cId="87295469" sldId="309"/>
            <ac:picMk id="22" creationId="{78729E44-9A2C-906F-0DD9-020A789CC703}"/>
          </ac:picMkLst>
        </pc:picChg>
      </pc:sldChg>
      <pc:sldChg chg="addSp delSp modSp add mod">
        <pc:chgData name="Souhaibou Seynou" userId="772f9e556e962c23" providerId="LiveId" clId="{03F5E8EE-0567-4784-93D9-FE4D6DBFAA8F}" dt="2026-06-26T17:51:47.986" v="6192" actId="167"/>
        <pc:sldMkLst>
          <pc:docMk/>
          <pc:sldMk cId="2292497413" sldId="310"/>
        </pc:sldMkLst>
        <pc:spChg chg="add mod ord">
          <ac:chgData name="Souhaibou Seynou" userId="772f9e556e962c23" providerId="LiveId" clId="{03F5E8EE-0567-4784-93D9-FE4D6DBFAA8F}" dt="2026-06-26T17:51:47.986" v="6192" actId="167"/>
          <ac:spMkLst>
            <pc:docMk/>
            <pc:sldMk cId="2292497413" sldId="310"/>
            <ac:spMk id="3" creationId="{6D563790-23AF-7A12-13E4-87B81F771254}"/>
          </ac:spMkLst>
        </pc:spChg>
        <pc:spChg chg="mod">
          <ac:chgData name="Souhaibou Seynou" userId="772f9e556e962c23" providerId="LiveId" clId="{03F5E8EE-0567-4784-93D9-FE4D6DBFAA8F}" dt="2026-06-13T23:24:19.187" v="2064" actId="122"/>
          <ac:spMkLst>
            <pc:docMk/>
            <pc:sldMk cId="2292497413" sldId="310"/>
            <ac:spMk id="5" creationId="{90055729-923C-16B0-2EFD-D2C6FF01EB75}"/>
          </ac:spMkLst>
        </pc:spChg>
        <pc:graphicFrameChg chg="add mod modGraphic">
          <ac:chgData name="Souhaibou Seynou" userId="772f9e556e962c23" providerId="LiveId" clId="{03F5E8EE-0567-4784-93D9-FE4D6DBFAA8F}" dt="2026-06-14T22:58:06.524" v="3515"/>
          <ac:graphicFrameMkLst>
            <pc:docMk/>
            <pc:sldMk cId="2292497413" sldId="310"/>
            <ac:graphicFrameMk id="15" creationId="{98D0DF69-98AD-B2B1-C988-C16362BAD036}"/>
          </ac:graphicFrameMkLst>
        </pc:graphicFrameChg>
        <pc:graphicFrameChg chg="add mod ord modGraphic">
          <ac:chgData name="Souhaibou Seynou" userId="772f9e556e962c23" providerId="LiveId" clId="{03F5E8EE-0567-4784-93D9-FE4D6DBFAA8F}" dt="2026-06-14T22:58:18.319" v="3525"/>
          <ac:graphicFrameMkLst>
            <pc:docMk/>
            <pc:sldMk cId="2292497413" sldId="310"/>
            <ac:graphicFrameMk id="19" creationId="{1369C2BC-6536-7F03-4149-FBB76CE10644}"/>
          </ac:graphicFrameMkLst>
        </pc:graphicFrameChg>
        <pc:picChg chg="add mod">
          <ac:chgData name="Souhaibou Seynou" userId="772f9e556e962c23" providerId="LiveId" clId="{03F5E8EE-0567-4784-93D9-FE4D6DBFAA8F}" dt="2026-06-13T23:17:31.022" v="2053" actId="14100"/>
          <ac:picMkLst>
            <pc:docMk/>
            <pc:sldMk cId="2292497413" sldId="310"/>
            <ac:picMk id="9" creationId="{8AC68BB5-9AE3-4E5A-BC0C-1F31DB7F0C36}"/>
          </ac:picMkLst>
        </pc:picChg>
        <pc:picChg chg="add mod ord modCrop">
          <ac:chgData name="Souhaibou Seynou" userId="772f9e556e962c23" providerId="LiveId" clId="{03F5E8EE-0567-4784-93D9-FE4D6DBFAA8F}" dt="2026-06-13T23:17:56.706" v="2058" actId="1076"/>
          <ac:picMkLst>
            <pc:docMk/>
            <pc:sldMk cId="2292497413" sldId="310"/>
            <ac:picMk id="13" creationId="{88EB8ED1-B439-769E-F9F6-53462A716545}"/>
          </ac:picMkLst>
        </pc:picChg>
        <pc:picChg chg="add mod">
          <ac:chgData name="Souhaibou Seynou" userId="772f9e556e962c23" providerId="LiveId" clId="{03F5E8EE-0567-4784-93D9-FE4D6DBFAA8F}" dt="2026-06-13T23:19:44.762" v="2060" actId="14100"/>
          <ac:picMkLst>
            <pc:docMk/>
            <pc:sldMk cId="2292497413" sldId="310"/>
            <ac:picMk id="14" creationId="{9A7C2F8A-559E-E3F8-C0C3-3385F8E9BF25}"/>
          </ac:picMkLst>
        </pc:picChg>
      </pc:sldChg>
      <pc:sldChg chg="addSp delSp modSp add mod">
        <pc:chgData name="Souhaibou Seynou" userId="772f9e556e962c23" providerId="LiveId" clId="{03F5E8EE-0567-4784-93D9-FE4D6DBFAA8F}" dt="2026-06-26T17:52:06.156" v="6194" actId="167"/>
        <pc:sldMkLst>
          <pc:docMk/>
          <pc:sldMk cId="2247231687" sldId="311"/>
        </pc:sldMkLst>
        <pc:spChg chg="add mod ord">
          <ac:chgData name="Souhaibou Seynou" userId="772f9e556e962c23" providerId="LiveId" clId="{03F5E8EE-0567-4784-93D9-FE4D6DBFAA8F}" dt="2026-06-26T17:52:06.156" v="6194" actId="167"/>
          <ac:spMkLst>
            <pc:docMk/>
            <pc:sldMk cId="2247231687" sldId="311"/>
            <ac:spMk id="3" creationId="{A504F0F9-A4E3-1313-41F6-9A2D19F0004F}"/>
          </ac:spMkLst>
        </pc:spChg>
        <pc:spChg chg="mod">
          <ac:chgData name="Souhaibou Seynou" userId="772f9e556e962c23" providerId="LiveId" clId="{03F5E8EE-0567-4784-93D9-FE4D6DBFAA8F}" dt="2026-06-14T00:24:35.653" v="2348" actId="20577"/>
          <ac:spMkLst>
            <pc:docMk/>
            <pc:sldMk cId="2247231687" sldId="311"/>
            <ac:spMk id="5" creationId="{5020E051-BCBA-DA75-31A5-84E997D194B0}"/>
          </ac:spMkLst>
        </pc:spChg>
        <pc:graphicFrameChg chg="mod modGraphic">
          <ac:chgData name="Souhaibou Seynou" userId="772f9e556e962c23" providerId="LiveId" clId="{03F5E8EE-0567-4784-93D9-FE4D6DBFAA8F}" dt="2026-06-14T22:57:34.340" v="3505"/>
          <ac:graphicFrameMkLst>
            <pc:docMk/>
            <pc:sldMk cId="2247231687" sldId="311"/>
            <ac:graphicFrameMk id="15" creationId="{368D2373-F698-A117-53CC-091E38F78DBC}"/>
          </ac:graphicFrameMkLst>
        </pc:graphicFrameChg>
        <pc:picChg chg="add mod ord">
          <ac:chgData name="Souhaibou Seynou" userId="772f9e556e962c23" providerId="LiveId" clId="{03F5E8EE-0567-4784-93D9-FE4D6DBFAA8F}" dt="2026-06-14T01:13:17.219" v="2795" actId="14100"/>
          <ac:picMkLst>
            <pc:docMk/>
            <pc:sldMk cId="2247231687" sldId="311"/>
            <ac:picMk id="10" creationId="{94BE60EC-2F4C-5495-92D9-31C852A59DED}"/>
          </ac:picMkLst>
        </pc:picChg>
        <pc:picChg chg="add mod">
          <ac:chgData name="Souhaibou Seynou" userId="772f9e556e962c23" providerId="LiveId" clId="{03F5E8EE-0567-4784-93D9-FE4D6DBFAA8F}" dt="2026-06-14T00:48:46.994" v="2469" actId="14100"/>
          <ac:picMkLst>
            <pc:docMk/>
            <pc:sldMk cId="2247231687" sldId="311"/>
            <ac:picMk id="12" creationId="{01DD0B1F-355A-D765-4E21-5C48C12533CE}"/>
          </ac:picMkLst>
        </pc:picChg>
        <pc:picChg chg="add mod">
          <ac:chgData name="Souhaibou Seynou" userId="772f9e556e962c23" providerId="LiveId" clId="{03F5E8EE-0567-4784-93D9-FE4D6DBFAA8F}" dt="2026-06-14T00:49:05.956" v="2471" actId="14100"/>
          <ac:picMkLst>
            <pc:docMk/>
            <pc:sldMk cId="2247231687" sldId="311"/>
            <ac:picMk id="17" creationId="{55D0FA6C-65A9-2EFF-EF3C-AA9120F462CD}"/>
          </ac:picMkLst>
        </pc:picChg>
      </pc:sldChg>
      <pc:sldChg chg="addSp delSp modSp add mod">
        <pc:chgData name="Souhaibou Seynou" userId="772f9e556e962c23" providerId="LiveId" clId="{03F5E8EE-0567-4784-93D9-FE4D6DBFAA8F}" dt="2026-06-26T17:50:04.849" v="6186" actId="255"/>
        <pc:sldMkLst>
          <pc:docMk/>
          <pc:sldMk cId="3045687243" sldId="312"/>
        </pc:sldMkLst>
        <pc:spChg chg="add mod ord">
          <ac:chgData name="Souhaibou Seynou" userId="772f9e556e962c23" providerId="LiveId" clId="{03F5E8EE-0567-4784-93D9-FE4D6DBFAA8F}" dt="2026-06-26T17:50:04.849" v="6186" actId="255"/>
          <ac:spMkLst>
            <pc:docMk/>
            <pc:sldMk cId="3045687243" sldId="312"/>
            <ac:spMk id="3" creationId="{2EE4944C-E73A-7F13-70AC-5D377E4F1FB0}"/>
          </ac:spMkLst>
        </pc:spChg>
        <pc:spChg chg="add mod">
          <ac:chgData name="Souhaibou Seynou" userId="772f9e556e962c23" providerId="LiveId" clId="{03F5E8EE-0567-4784-93D9-FE4D6DBFAA8F}" dt="2026-06-14T16:02:40.838" v="2883" actId="108"/>
          <ac:spMkLst>
            <pc:docMk/>
            <pc:sldMk cId="3045687243" sldId="312"/>
            <ac:spMk id="13" creationId="{DC04D668-738E-30A5-FCEB-229D0FCFE5A9}"/>
          </ac:spMkLst>
        </pc:spChg>
        <pc:spChg chg="add mod">
          <ac:chgData name="Souhaibou Seynou" userId="772f9e556e962c23" providerId="LiveId" clId="{03F5E8EE-0567-4784-93D9-FE4D6DBFAA8F}" dt="2026-06-14T16:01:28.904" v="2881"/>
          <ac:spMkLst>
            <pc:docMk/>
            <pc:sldMk cId="3045687243" sldId="312"/>
            <ac:spMk id="14" creationId="{05FC7D7D-6FE2-385F-05B2-FAF45DB88F88}"/>
          </ac:spMkLst>
        </pc:spChg>
        <pc:spChg chg="add mod">
          <ac:chgData name="Souhaibou Seynou" userId="772f9e556e962c23" providerId="LiveId" clId="{03F5E8EE-0567-4784-93D9-FE4D6DBFAA8F}" dt="2026-06-19T14:03:29.422" v="6165" actId="255"/>
          <ac:spMkLst>
            <pc:docMk/>
            <pc:sldMk cId="3045687243" sldId="312"/>
            <ac:spMk id="15" creationId="{54DA8816-1E82-A634-B5A8-DE8458FD00AE}"/>
          </ac:spMkLst>
        </pc:spChg>
        <pc:spChg chg="add mod ord">
          <ac:chgData name="Souhaibou Seynou" userId="772f9e556e962c23" providerId="LiveId" clId="{03F5E8EE-0567-4784-93D9-FE4D6DBFAA8F}" dt="2026-06-19T14:03:22.590" v="6164" actId="255"/>
          <ac:spMkLst>
            <pc:docMk/>
            <pc:sldMk cId="3045687243" sldId="312"/>
            <ac:spMk id="16" creationId="{5744F84E-87A4-C0B7-2FAA-B82DAB015202}"/>
          </ac:spMkLst>
        </pc:spChg>
      </pc:sldChg>
      <pc:sldChg chg="addSp delSp modSp add mod ord modClrScheme chgLayout">
        <pc:chgData name="Souhaibou Seynou" userId="772f9e556e962c23" providerId="LiveId" clId="{03F5E8EE-0567-4784-93D9-FE4D6DBFAA8F}" dt="2026-06-26T17:54:29.037" v="6212" actId="167"/>
        <pc:sldMkLst>
          <pc:docMk/>
          <pc:sldMk cId="1266271435" sldId="314"/>
        </pc:sldMkLst>
        <pc:spChg chg="mod">
          <ac:chgData name="Souhaibou Seynou" userId="772f9e556e962c23" providerId="LiveId" clId="{03F5E8EE-0567-4784-93D9-FE4D6DBFAA8F}" dt="2026-06-15T00:39:03.842" v="4275" actId="26606"/>
          <ac:spMkLst>
            <pc:docMk/>
            <pc:sldMk cId="1266271435" sldId="314"/>
            <ac:spMk id="2" creationId="{71F6A2F5-1272-A13C-B33A-D0E0613135A2}"/>
          </ac:spMkLst>
        </pc:spChg>
        <pc:spChg chg="mod">
          <ac:chgData name="Souhaibou Seynou" userId="772f9e556e962c23" providerId="LiveId" clId="{03F5E8EE-0567-4784-93D9-FE4D6DBFAA8F}" dt="2026-06-15T00:39:03.842" v="4275" actId="26606"/>
          <ac:spMkLst>
            <pc:docMk/>
            <pc:sldMk cId="1266271435" sldId="314"/>
            <ac:spMk id="3" creationId="{30ACCA88-0023-CFFC-3785-A1F6735D98EC}"/>
          </ac:spMkLst>
        </pc:spChg>
        <pc:spChg chg="mod">
          <ac:chgData name="Souhaibou Seynou" userId="772f9e556e962c23" providerId="LiveId" clId="{03F5E8EE-0567-4784-93D9-FE4D6DBFAA8F}" dt="2026-06-15T00:39:03.842" v="4275" actId="26606"/>
          <ac:spMkLst>
            <pc:docMk/>
            <pc:sldMk cId="1266271435" sldId="314"/>
            <ac:spMk id="4" creationId="{139422BF-0E6F-58EA-9AC1-E3A25D4BBCB7}"/>
          </ac:spMkLst>
        </pc:spChg>
        <pc:spChg chg="mod">
          <ac:chgData name="Souhaibou Seynou" userId="772f9e556e962c23" providerId="LiveId" clId="{03F5E8EE-0567-4784-93D9-FE4D6DBFAA8F}" dt="2026-06-15T00:54:54.803" v="4363" actId="207"/>
          <ac:spMkLst>
            <pc:docMk/>
            <pc:sldMk cId="1266271435" sldId="314"/>
            <ac:spMk id="5" creationId="{EB85155E-F5EA-98EC-0F1B-3ADCD59D75C8}"/>
          </ac:spMkLst>
        </pc:spChg>
        <pc:spChg chg="add mod ord">
          <ac:chgData name="Souhaibou Seynou" userId="772f9e556e962c23" providerId="LiveId" clId="{03F5E8EE-0567-4784-93D9-FE4D6DBFAA8F}" dt="2026-06-26T17:54:29.037" v="6212" actId="167"/>
          <ac:spMkLst>
            <pc:docMk/>
            <pc:sldMk cId="1266271435" sldId="314"/>
            <ac:spMk id="6" creationId="{697B1222-2AF0-5808-7E45-C492B66FAD76}"/>
          </ac:spMkLst>
        </pc:spChg>
        <pc:spChg chg="add mod">
          <ac:chgData name="Souhaibou Seynou" userId="772f9e556e962c23" providerId="LiveId" clId="{03F5E8EE-0567-4784-93D9-FE4D6DBFAA8F}" dt="2026-06-15T22:16:39.874" v="5264"/>
          <ac:spMkLst>
            <pc:docMk/>
            <pc:sldMk cId="1266271435" sldId="314"/>
            <ac:spMk id="11" creationId="{1E4A3CF3-254C-0B28-2D10-739BD90762B9}"/>
          </ac:spMkLst>
        </pc:spChg>
        <pc:spChg chg="add mod">
          <ac:chgData name="Souhaibou Seynou" userId="772f9e556e962c23" providerId="LiveId" clId="{03F5E8EE-0567-4784-93D9-FE4D6DBFAA8F}" dt="2026-06-15T22:18:31.569" v="5276" actId="1076"/>
          <ac:spMkLst>
            <pc:docMk/>
            <pc:sldMk cId="1266271435" sldId="314"/>
            <ac:spMk id="12" creationId="{3FF71E28-7713-23EF-12FF-949E355D29CD}"/>
          </ac:spMkLst>
        </pc:spChg>
        <pc:spChg chg="add mod">
          <ac:chgData name="Souhaibou Seynou" userId="772f9e556e962c23" providerId="LiveId" clId="{03F5E8EE-0567-4784-93D9-FE4D6DBFAA8F}" dt="2026-06-15T22:16:39.874" v="5264"/>
          <ac:spMkLst>
            <pc:docMk/>
            <pc:sldMk cId="1266271435" sldId="314"/>
            <ac:spMk id="13" creationId="{3F98F589-DAE5-55E2-A415-FAC01CB46F61}"/>
          </ac:spMkLst>
        </pc:spChg>
        <pc:spChg chg="add mod">
          <ac:chgData name="Souhaibou Seynou" userId="772f9e556e962c23" providerId="LiveId" clId="{03F5E8EE-0567-4784-93D9-FE4D6DBFAA8F}" dt="2026-06-15T22:16:39.874" v="5264"/>
          <ac:spMkLst>
            <pc:docMk/>
            <pc:sldMk cId="1266271435" sldId="314"/>
            <ac:spMk id="14" creationId="{A2E7841E-743C-4CE1-0316-85FFBCEB10E4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19" creationId="{88ECB57C-1CF3-366A-EF4C-CE9E2A066760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0" creationId="{A5D8119B-BCAF-2500-FFCB-D48EF9862F82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1" creationId="{AE5A7D6D-560B-988E-6BF4-59FABD341305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2" creationId="{C1217BC6-ABEC-B855-59DB-194E113D55C3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3" creationId="{FD6CC939-8699-14B6-4144-C9BE8F976E5C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4" creationId="{B9DC822A-D9EE-CE64-E8FF-C967800269AA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5" creationId="{C1E145E7-AB64-6368-6725-44898D339090}"/>
          </ac:spMkLst>
        </pc:spChg>
        <pc:spChg chg="add mod">
          <ac:chgData name="Souhaibou Seynou" userId="772f9e556e962c23" providerId="LiveId" clId="{03F5E8EE-0567-4784-93D9-FE4D6DBFAA8F}" dt="2026-06-15T22:17:29.497" v="5266"/>
          <ac:spMkLst>
            <pc:docMk/>
            <pc:sldMk cId="1266271435" sldId="314"/>
            <ac:spMk id="26" creationId="{4BC05008-9085-B2F4-381B-3192C10F4E84}"/>
          </ac:spMkLst>
        </pc:spChg>
        <pc:spChg chg="add mod">
          <ac:chgData name="Souhaibou Seynou" userId="772f9e556e962c23" providerId="LiveId" clId="{03F5E8EE-0567-4784-93D9-FE4D6DBFAA8F}" dt="2026-06-15T22:39:35.348" v="5360" actId="1076"/>
          <ac:spMkLst>
            <pc:docMk/>
            <pc:sldMk cId="1266271435" sldId="314"/>
            <ac:spMk id="28" creationId="{943C41E2-8E3F-C847-E89A-3433F102D060}"/>
          </ac:spMkLst>
        </pc:spChg>
        <pc:spChg chg="add mod">
          <ac:chgData name="Souhaibou Seynou" userId="772f9e556e962c23" providerId="LiveId" clId="{03F5E8EE-0567-4784-93D9-FE4D6DBFAA8F}" dt="2026-06-15T22:40:17.963" v="5364" actId="1038"/>
          <ac:spMkLst>
            <pc:docMk/>
            <pc:sldMk cId="1266271435" sldId="314"/>
            <ac:spMk id="29" creationId="{E25A08F9-50EE-DEA5-F258-04DC5747A7F0}"/>
          </ac:spMkLst>
        </pc:spChg>
        <pc:spChg chg="add mod">
          <ac:chgData name="Souhaibou Seynou" userId="772f9e556e962c23" providerId="LiveId" clId="{03F5E8EE-0567-4784-93D9-FE4D6DBFAA8F}" dt="2026-06-15T22:44:04.701" v="5387" actId="207"/>
          <ac:spMkLst>
            <pc:docMk/>
            <pc:sldMk cId="1266271435" sldId="314"/>
            <ac:spMk id="30" creationId="{D5F21EF8-101B-FDE6-3F57-B85B23C47A47}"/>
          </ac:spMkLst>
        </pc:spChg>
        <pc:spChg chg="add del mod">
          <ac:chgData name="Souhaibou Seynou" userId="772f9e556e962c23" providerId="LiveId" clId="{03F5E8EE-0567-4784-93D9-FE4D6DBFAA8F}" dt="2026-06-15T22:45:06.649" v="5389" actId="207"/>
          <ac:spMkLst>
            <pc:docMk/>
            <pc:sldMk cId="1266271435" sldId="314"/>
            <ac:spMk id="31" creationId="{9645943E-2614-8A63-73BA-4F5647414E70}"/>
          </ac:spMkLst>
        </pc:spChg>
        <pc:spChg chg="add mod">
          <ac:chgData name="Souhaibou Seynou" userId="772f9e556e962c23" providerId="LiveId" clId="{03F5E8EE-0567-4784-93D9-FE4D6DBFAA8F}" dt="2026-06-15T22:45:06.649" v="5389" actId="207"/>
          <ac:spMkLst>
            <pc:docMk/>
            <pc:sldMk cId="1266271435" sldId="314"/>
            <ac:spMk id="32" creationId="{AA807A43-3A9D-E4D5-1B79-D14CC339FA17}"/>
          </ac:spMkLst>
        </pc:spChg>
        <pc:spChg chg="add mod">
          <ac:chgData name="Souhaibou Seynou" userId="772f9e556e962c23" providerId="LiveId" clId="{03F5E8EE-0567-4784-93D9-FE4D6DBFAA8F}" dt="2026-06-15T22:44:16.640" v="5388" actId="207"/>
          <ac:spMkLst>
            <pc:docMk/>
            <pc:sldMk cId="1266271435" sldId="314"/>
            <ac:spMk id="33" creationId="{876F39B5-A5F5-46AE-C333-BCF167BCE890}"/>
          </ac:spMkLst>
        </pc:spChg>
        <pc:grpChg chg="add mod">
          <ac:chgData name="Souhaibou Seynou" userId="772f9e556e962c23" providerId="LiveId" clId="{03F5E8EE-0567-4784-93D9-FE4D6DBFAA8F}" dt="2026-06-15T22:35:29.465" v="5334" actId="1038"/>
          <ac:grpSpMkLst>
            <pc:docMk/>
            <pc:sldMk cId="1266271435" sldId="314"/>
            <ac:grpSpMk id="9" creationId="{BD8D2735-86EC-B0E4-5C8D-1DA1FD1CB240}"/>
          </ac:grpSpMkLst>
        </pc:grpChg>
        <pc:grpChg chg="add mod">
          <ac:chgData name="Souhaibou Seynou" userId="772f9e556e962c23" providerId="LiveId" clId="{03F5E8EE-0567-4784-93D9-FE4D6DBFAA8F}" dt="2026-06-15T22:35:29.465" v="5334" actId="1038"/>
          <ac:grpSpMkLst>
            <pc:docMk/>
            <pc:sldMk cId="1266271435" sldId="314"/>
            <ac:grpSpMk id="10" creationId="{37BE5565-BCA4-F5AD-EF32-DBD2F7BB8544}"/>
          </ac:grpSpMkLst>
        </pc:grpChg>
        <pc:grpChg chg="mod">
          <ac:chgData name="Souhaibou Seynou" userId="772f9e556e962c23" providerId="LiveId" clId="{03F5E8EE-0567-4784-93D9-FE4D6DBFAA8F}" dt="2026-06-15T22:35:29.465" v="5334" actId="1038"/>
          <ac:grpSpMkLst>
            <pc:docMk/>
            <pc:sldMk cId="1266271435" sldId="314"/>
            <ac:grpSpMk id="15" creationId="{D16F810C-96FE-18E6-5201-1F085A7CFB22}"/>
          </ac:grpSpMkLst>
        </pc:grpChg>
        <pc:grpChg chg="mod">
          <ac:chgData name="Souhaibou Seynou" userId="772f9e556e962c23" providerId="LiveId" clId="{03F5E8EE-0567-4784-93D9-FE4D6DBFAA8F}" dt="2026-06-15T22:35:29.465" v="5334" actId="1038"/>
          <ac:grpSpMkLst>
            <pc:docMk/>
            <pc:sldMk cId="1266271435" sldId="314"/>
            <ac:grpSpMk id="16" creationId="{F7186F52-32F1-47C2-9A25-9D3B381E1315}"/>
          </ac:grpSpMkLst>
        </pc:grpChg>
        <pc:grpChg chg="add mod">
          <ac:chgData name="Souhaibou Seynou" userId="772f9e556e962c23" providerId="LiveId" clId="{03F5E8EE-0567-4784-93D9-FE4D6DBFAA8F}" dt="2026-06-15T22:35:29.465" v="5334" actId="1038"/>
          <ac:grpSpMkLst>
            <pc:docMk/>
            <pc:sldMk cId="1266271435" sldId="314"/>
            <ac:grpSpMk id="17" creationId="{0720F4EB-E6D4-9597-A633-DD0365697F95}"/>
          </ac:grpSpMkLst>
        </pc:grpChg>
        <pc:grpChg chg="add mod">
          <ac:chgData name="Souhaibou Seynou" userId="772f9e556e962c23" providerId="LiveId" clId="{03F5E8EE-0567-4784-93D9-FE4D6DBFAA8F}" dt="2026-06-15T22:35:29.465" v="5334" actId="1038"/>
          <ac:grpSpMkLst>
            <pc:docMk/>
            <pc:sldMk cId="1266271435" sldId="314"/>
            <ac:grpSpMk id="18" creationId="{6CAFFE7A-DAF4-7F06-8D9C-7A12D7725AC8}"/>
          </ac:grpSpMkLst>
        </pc:grpChg>
        <pc:picChg chg="add mod ord">
          <ac:chgData name="Souhaibou Seynou" userId="772f9e556e962c23" providerId="LiveId" clId="{03F5E8EE-0567-4784-93D9-FE4D6DBFAA8F}" dt="2026-06-15T22:31:12.164" v="5322" actId="14100"/>
          <ac:picMkLst>
            <pc:docMk/>
            <pc:sldMk cId="1266271435" sldId="314"/>
            <ac:picMk id="36" creationId="{6FA2603F-6741-DCAB-3B44-1C18CE525C57}"/>
          </ac:picMkLst>
        </pc:picChg>
        <pc:picChg chg="add mod ord">
          <ac:chgData name="Souhaibou Seynou" userId="772f9e556e962c23" providerId="LiveId" clId="{03F5E8EE-0567-4784-93D9-FE4D6DBFAA8F}" dt="2026-06-15T22:35:45.724" v="5335" actId="14100"/>
          <ac:picMkLst>
            <pc:docMk/>
            <pc:sldMk cId="1266271435" sldId="314"/>
            <ac:picMk id="41" creationId="{6DFA801E-ED4C-7C85-28E6-11B9159DA238}"/>
          </ac:picMkLst>
        </pc:picChg>
        <pc:picChg chg="add mod">
          <ac:chgData name="Souhaibou Seynou" userId="772f9e556e962c23" providerId="LiveId" clId="{03F5E8EE-0567-4784-93D9-FE4D6DBFAA8F}" dt="2026-06-15T22:31:19.447" v="5323" actId="14100"/>
          <ac:picMkLst>
            <pc:docMk/>
            <pc:sldMk cId="1266271435" sldId="314"/>
            <ac:picMk id="44" creationId="{E540FEC6-4716-C889-B8BF-7BF1AABE0A93}"/>
          </ac:picMkLst>
        </pc:picChg>
      </pc:sldChg>
      <pc:sldChg chg="addSp delSp modSp add mod">
        <pc:chgData name="Souhaibou Seynou" userId="772f9e556e962c23" providerId="LiveId" clId="{03F5E8EE-0567-4784-93D9-FE4D6DBFAA8F}" dt="2026-06-26T17:54:03.659" v="6210" actId="14100"/>
        <pc:sldMkLst>
          <pc:docMk/>
          <pc:sldMk cId="1982103953" sldId="315"/>
        </pc:sldMkLst>
        <pc:spChg chg="add mod">
          <ac:chgData name="Souhaibou Seynou" userId="772f9e556e962c23" providerId="LiveId" clId="{03F5E8EE-0567-4784-93D9-FE4D6DBFAA8F}" dt="2026-06-14T23:55:15.998" v="3825" actId="113"/>
          <ac:spMkLst>
            <pc:docMk/>
            <pc:sldMk cId="1982103953" sldId="315"/>
            <ac:spMk id="7" creationId="{E68FC5FD-76DF-FE02-0D10-12B74C7171C2}"/>
          </ac:spMkLst>
        </pc:spChg>
        <pc:spChg chg="add mod">
          <ac:chgData name="Souhaibou Seynou" userId="772f9e556e962c23" providerId="LiveId" clId="{03F5E8EE-0567-4784-93D9-FE4D6DBFAA8F}" dt="2026-06-15T23:54:48.364" v="5863" actId="113"/>
          <ac:spMkLst>
            <pc:docMk/>
            <pc:sldMk cId="1982103953" sldId="315"/>
            <ac:spMk id="8" creationId="{2CC79BBD-62D0-9B9C-26F9-D3471A41C3C5}"/>
          </ac:spMkLst>
        </pc:spChg>
        <pc:spChg chg="add mod ord">
          <ac:chgData name="Souhaibou Seynou" userId="772f9e556e962c23" providerId="LiveId" clId="{03F5E8EE-0567-4784-93D9-FE4D6DBFAA8F}" dt="2026-06-26T17:52:25.719" v="6196" actId="167"/>
          <ac:spMkLst>
            <pc:docMk/>
            <pc:sldMk cId="1982103953" sldId="315"/>
            <ac:spMk id="10" creationId="{51957E8A-793F-0308-AFD6-070728BD93FE}"/>
          </ac:spMkLst>
        </pc:spChg>
        <pc:grpChg chg="add mod">
          <ac:chgData name="Souhaibou Seynou" userId="772f9e556e962c23" providerId="LiveId" clId="{03F5E8EE-0567-4784-93D9-FE4D6DBFAA8F}" dt="2026-06-15T00:24:04.551" v="4247" actId="1037"/>
          <ac:grpSpMkLst>
            <pc:docMk/>
            <pc:sldMk cId="1982103953" sldId="315"/>
            <ac:grpSpMk id="6" creationId="{532F88A0-C585-AC8A-B2C1-5BD38DAC87AC}"/>
          </ac:grpSpMkLst>
        </pc:grpChg>
        <pc:graphicFrameChg chg="add mod modGraphic">
          <ac:chgData name="Souhaibou Seynou" userId="772f9e556e962c23" providerId="LiveId" clId="{03F5E8EE-0567-4784-93D9-FE4D6DBFAA8F}" dt="2026-06-15T23:54:22.344" v="5860" actId="113"/>
          <ac:graphicFrameMkLst>
            <pc:docMk/>
            <pc:sldMk cId="1982103953" sldId="315"/>
            <ac:graphicFrameMk id="12" creationId="{54298065-1D5E-63AE-C60F-4697C5BF1771}"/>
          </ac:graphicFrameMkLst>
        </pc:graphicFrameChg>
        <pc:graphicFrameChg chg="mod modGraphic">
          <ac:chgData name="Souhaibou Seynou" userId="772f9e556e962c23" providerId="LiveId" clId="{03F5E8EE-0567-4784-93D9-FE4D6DBFAA8F}" dt="2026-06-15T23:54:15.327" v="5859" actId="113"/>
          <ac:graphicFrameMkLst>
            <pc:docMk/>
            <pc:sldMk cId="1982103953" sldId="315"/>
            <ac:graphicFrameMk id="15" creationId="{A2C8EECF-B4DA-729E-35DA-17A9BF6A887F}"/>
          </ac:graphicFrameMkLst>
        </pc:graphicFrameChg>
        <pc:graphicFrameChg chg="mod modGraphic">
          <ac:chgData name="Souhaibou Seynou" userId="772f9e556e962c23" providerId="LiveId" clId="{03F5E8EE-0567-4784-93D9-FE4D6DBFAA8F}" dt="2026-06-26T17:54:03.659" v="6210" actId="14100"/>
          <ac:graphicFrameMkLst>
            <pc:docMk/>
            <pc:sldMk cId="1982103953" sldId="315"/>
            <ac:graphicFrameMk id="16" creationId="{5D48D41A-6766-A05B-AF40-76087FA74EDF}"/>
          </ac:graphicFrameMkLst>
        </pc:graphicFrameChg>
        <pc:picChg chg="mod">
          <ac:chgData name="Souhaibou Seynou" userId="772f9e556e962c23" providerId="LiveId" clId="{03F5E8EE-0567-4784-93D9-FE4D6DBFAA8F}" dt="2026-06-15T00:24:04.551" v="4247" actId="1037"/>
          <ac:picMkLst>
            <pc:docMk/>
            <pc:sldMk cId="1982103953" sldId="315"/>
            <ac:picMk id="9" creationId="{EE659698-79FC-8FA5-5F8F-BCC47EACA423}"/>
          </ac:picMkLst>
        </pc:picChg>
        <pc:picChg chg="add mod">
          <ac:chgData name="Souhaibou Seynou" userId="772f9e556e962c23" providerId="LiveId" clId="{03F5E8EE-0567-4784-93D9-FE4D6DBFAA8F}" dt="2026-06-15T00:04:40.313" v="3888" actId="1035"/>
          <ac:picMkLst>
            <pc:docMk/>
            <pc:sldMk cId="1982103953" sldId="315"/>
            <ac:picMk id="11" creationId="{D69CF455-95FB-353F-EDB2-6F0EEEBF40D2}"/>
          </ac:picMkLst>
        </pc:picChg>
        <pc:picChg chg="mod">
          <ac:chgData name="Souhaibou Seynou" userId="772f9e556e962c23" providerId="LiveId" clId="{03F5E8EE-0567-4784-93D9-FE4D6DBFAA8F}" dt="2026-06-14T23:51:46.274" v="3773" actId="14100"/>
          <ac:picMkLst>
            <pc:docMk/>
            <pc:sldMk cId="1982103953" sldId="315"/>
            <ac:picMk id="13" creationId="{6BCB6CCD-152A-B2CF-76CB-7E5CADFDF766}"/>
          </ac:picMkLst>
        </pc:picChg>
      </pc:sldChg>
      <pc:sldChg chg="addSp delSp modSp add mod">
        <pc:chgData name="Souhaibou Seynou" userId="772f9e556e962c23" providerId="LiveId" clId="{03F5E8EE-0567-4784-93D9-FE4D6DBFAA8F}" dt="2026-06-26T17:55:11.017" v="6214" actId="478"/>
        <pc:sldMkLst>
          <pc:docMk/>
          <pc:sldMk cId="3387766413" sldId="316"/>
        </pc:sldMkLst>
        <pc:spChg chg="add mod">
          <ac:chgData name="Souhaibou Seynou" userId="772f9e556e962c23" providerId="LiveId" clId="{03F5E8EE-0567-4784-93D9-FE4D6DBFAA8F}" dt="2026-06-26T17:54:51.394" v="6213"/>
          <ac:spMkLst>
            <pc:docMk/>
            <pc:sldMk cId="3387766413" sldId="316"/>
            <ac:spMk id="3" creationId="{342D14ED-5E31-0FBD-0153-26AF7936347B}"/>
          </ac:spMkLst>
        </pc:spChg>
        <pc:spChg chg="mod">
          <ac:chgData name="Souhaibou Seynou" userId="772f9e556e962c23" providerId="LiveId" clId="{03F5E8EE-0567-4784-93D9-FE4D6DBFAA8F}" dt="2026-06-15T01:09:53.186" v="4531" actId="20577"/>
          <ac:spMkLst>
            <pc:docMk/>
            <pc:sldMk cId="3387766413" sldId="316"/>
            <ac:spMk id="5" creationId="{9DE4F7DF-1472-3800-9415-C35AC9191C74}"/>
          </ac:spMkLst>
        </pc:spChg>
        <pc:graphicFrameChg chg="add mod modGraphic">
          <ac:chgData name="Souhaibou Seynou" userId="772f9e556e962c23" providerId="LiveId" clId="{03F5E8EE-0567-4784-93D9-FE4D6DBFAA8F}" dt="2026-06-19T14:02:16.233" v="6162" actId="123"/>
          <ac:graphicFrameMkLst>
            <pc:docMk/>
            <pc:sldMk cId="3387766413" sldId="316"/>
            <ac:graphicFrameMk id="10" creationId="{C2F30639-E327-F3A3-59CC-C4BA670FEB64}"/>
          </ac:graphicFrameMkLst>
        </pc:graphicFrameChg>
      </pc:sldChg>
      <pc:sldMasterChg chg="setBg delSldLayout">
        <pc:chgData name="Souhaibou Seynou" userId="772f9e556e962c23" providerId="LiveId" clId="{03F5E8EE-0567-4784-93D9-FE4D6DBFAA8F}" dt="2026-06-14T23:16:35.927" v="3607" actId="2696"/>
        <pc:sldMasterMkLst>
          <pc:docMk/>
          <pc:sldMasterMk cId="1918686182" sldId="2147483771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6272B7-E2F1-4CF0-BBC5-6A726B292CAA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A945DC2-06AA-4F3B-B3B1-462AC8C0BBC6}">
      <dgm:prSet phldrT="[Texte]" phldr="0" custT="1"/>
      <dgm:spPr/>
      <dgm:t>
        <a:bodyPr/>
        <a:lstStyle/>
        <a:p>
          <a:r>
            <a:rPr lang="fr-FR" sz="1400" b="1" dirty="0">
              <a:latin typeface="Montserrat" panose="00000500000000000000" pitchFamily="2" charset="0"/>
            </a:rPr>
            <a:t>Contexte</a:t>
          </a:r>
        </a:p>
      </dgm:t>
    </dgm:pt>
    <dgm:pt modelId="{0CBE9EA0-B98F-4C99-8CB3-F94822BB00C3}" type="parTrans" cxnId="{0F9A7283-BE14-4B45-9E69-CE94E4E21069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C19BD0EC-AAD8-4401-9853-7AA493F9579B}" type="sibTrans" cxnId="{0F9A7283-BE14-4B45-9E69-CE94E4E21069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43E8E9DE-1ABF-4AA1-B5C7-913D8D04F2F6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La fraude à l’assurance constitue un </a:t>
          </a:r>
          <a:r>
            <a:rPr lang="fr-FR" sz="1400" b="1" dirty="0">
              <a:solidFill>
                <a:srgbClr val="002060"/>
              </a:solidFill>
              <a:latin typeface="Montserrat" panose="00000500000000000000" pitchFamily="2" charset="0"/>
            </a:rPr>
            <a:t>enjeu économique majeur</a:t>
          </a: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 pour les assureurs.</a:t>
          </a:r>
        </a:p>
      </dgm:t>
    </dgm:pt>
    <dgm:pt modelId="{94C909CE-8B4E-4DBF-B5EF-F102F8201040}" type="parTrans" cxnId="{F094A26A-C0A3-4CAB-84E0-4A5FA0C06D8D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CA0CEA23-AE07-48CD-AC3D-94F216DCC6F9}" type="sibTrans" cxnId="{F094A26A-C0A3-4CAB-84E0-4A5FA0C06D8D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67E5A45D-6186-4A38-AA5A-83EA394D55B5}">
      <dgm:prSet phldrT="[Texte]" phldr="0" custT="1"/>
      <dgm:spPr/>
      <dgm:t>
        <a:bodyPr/>
        <a:lstStyle/>
        <a:p>
          <a:r>
            <a:rPr lang="fr-FR" sz="1400" b="1" dirty="0">
              <a:latin typeface="Montserrat" panose="00000500000000000000" pitchFamily="2" charset="0"/>
            </a:rPr>
            <a:t>Le projet</a:t>
          </a:r>
        </a:p>
      </dgm:t>
    </dgm:pt>
    <dgm:pt modelId="{D9A3AE41-2EB1-4389-85F6-85C184001832}" type="parTrans" cxnId="{885DAF22-2A7C-4807-9CDD-0E7E3C5DA020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FACD4BDE-EFE3-41AD-86F7-3C982F6CBD1D}" type="sibTrans" cxnId="{885DAF22-2A7C-4807-9CDD-0E7E3C5DA020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E5C463A0-51DC-4B7C-8AC4-73FC6E602E83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Le projet porte sur la </a:t>
          </a:r>
          <a:r>
            <a:rPr lang="fr-FR" sz="1400" b="1" dirty="0">
              <a:solidFill>
                <a:srgbClr val="002060"/>
              </a:solidFill>
              <a:latin typeface="Montserrat" panose="00000500000000000000" pitchFamily="2" charset="0"/>
            </a:rPr>
            <a:t>détection de réclamations potentiellement frauduleuses</a:t>
          </a: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.</a:t>
          </a:r>
        </a:p>
      </dgm:t>
    </dgm:pt>
    <dgm:pt modelId="{83391662-CEC5-4815-AFAF-5DCD6F97AE94}" type="parTrans" cxnId="{DD46678C-926D-4E5B-836A-B733F213522C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9B930790-F66F-42A0-BBA1-DD74CD94DBAC}" type="sibTrans" cxnId="{DD46678C-926D-4E5B-836A-B733F213522C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32EA3E68-F7DD-4669-9A53-7A39C2F864CB}">
      <dgm:prSet phldrT="[Texte]" phldr="0" custT="1"/>
      <dgm:spPr/>
      <dgm:t>
        <a:bodyPr/>
        <a:lstStyle/>
        <a:p>
          <a:r>
            <a:rPr lang="fr-FR" sz="1400" b="1" dirty="0">
              <a:latin typeface="Montserrat" panose="00000500000000000000" pitchFamily="2" charset="0"/>
            </a:rPr>
            <a:t>L’objectif 1</a:t>
          </a:r>
        </a:p>
      </dgm:t>
    </dgm:pt>
    <dgm:pt modelId="{3DD9F7A4-D163-4A4D-AC24-5409485B5921}" type="parTrans" cxnId="{9A23E711-EC20-41E4-9D4E-5AE38686BF1E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1AF8658D-7EF6-41E5-A33B-70FC76BDEADE}" type="sibTrans" cxnId="{9A23E711-EC20-41E4-9D4E-5AE38686BF1E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9EB62055-3AE8-4350-9FF3-27A8EACF058B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L’objectif principal est de </a:t>
          </a:r>
          <a:r>
            <a:rPr lang="fr-FR" sz="1400" b="1" dirty="0">
              <a:solidFill>
                <a:srgbClr val="002060"/>
              </a:solidFill>
              <a:latin typeface="Montserrat" panose="00000500000000000000" pitchFamily="2" charset="0"/>
            </a:rPr>
            <a:t>développer un modèle prédictif</a:t>
          </a: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 capable d’identifier les dossiers suspects.</a:t>
          </a:r>
        </a:p>
      </dgm:t>
    </dgm:pt>
    <dgm:pt modelId="{58E7A076-26C7-4FB0-9CC1-8EB1016B8BD1}" type="parTrans" cxnId="{AA8B13BA-90B0-4209-BDA2-22EB742FBE85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F2E60FE0-DAF7-4EFD-BA64-8703C04704BF}" type="sibTrans" cxnId="{AA8B13BA-90B0-4209-BDA2-22EB742FBE85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03E389E5-8F9D-4314-AC17-267C181B9B58}">
      <dgm:prSet phldrT="[Texte]" phldr="0" custT="1"/>
      <dgm:spPr/>
      <dgm:t>
        <a:bodyPr/>
        <a:lstStyle/>
        <a:p>
          <a:r>
            <a:rPr lang="fr-FR" sz="1400" b="1" dirty="0">
              <a:latin typeface="Montserrat" panose="00000500000000000000" pitchFamily="2" charset="0"/>
            </a:rPr>
            <a:t>L’objectif 2</a:t>
          </a:r>
        </a:p>
      </dgm:t>
    </dgm:pt>
    <dgm:pt modelId="{7C4F9BFB-5550-45E4-A339-08B3A0E2F49D}" type="parTrans" cxnId="{3DBAC18E-7AB7-4E67-B78B-D7E26111E6F1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7483CD62-68D0-4209-92DA-9EC8C034AB74}" type="sibTrans" cxnId="{3DBAC18E-7AB7-4E67-B78B-D7E26111E6F1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227BFF43-BFFE-4C21-8330-037BCC75C896}">
      <dgm:prSet phldrT="[Texte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L’objectif complémentaire est d’</a:t>
          </a:r>
          <a:r>
            <a:rPr lang="fr-FR" sz="1400" b="1" dirty="0">
              <a:solidFill>
                <a:srgbClr val="002060"/>
              </a:solidFill>
              <a:latin typeface="Montserrat" panose="00000500000000000000" pitchFamily="2" charset="0"/>
            </a:rPr>
            <a:t>identifier les variables explicatives les plus pertinentes</a:t>
          </a:r>
          <a:r>
            <a:rPr lang="fr-FR" sz="1400" dirty="0">
              <a:solidFill>
                <a:srgbClr val="002060"/>
              </a:solidFill>
              <a:latin typeface="Montserrat" panose="00000500000000000000" pitchFamily="2" charset="0"/>
            </a:rPr>
            <a:t>.</a:t>
          </a:r>
        </a:p>
      </dgm:t>
    </dgm:pt>
    <dgm:pt modelId="{9E0EB442-4D6D-4BCF-8C9C-30CCD22B1E24}" type="parTrans" cxnId="{8F4107C9-B5BB-4AC3-BA78-48B2E3FDA730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E6D0410C-25E3-435C-A4B8-2F517FBDF090}" type="sibTrans" cxnId="{8F4107C9-B5BB-4AC3-BA78-48B2E3FDA730}">
      <dgm:prSet/>
      <dgm:spPr/>
      <dgm:t>
        <a:bodyPr/>
        <a:lstStyle/>
        <a:p>
          <a:endParaRPr lang="fr-FR" sz="1800">
            <a:latin typeface="Montserrat" panose="00000500000000000000" pitchFamily="2" charset="0"/>
          </a:endParaRPr>
        </a:p>
      </dgm:t>
    </dgm:pt>
    <dgm:pt modelId="{6957EF12-B7ED-4C8F-A37D-0B223C3027CC}" type="pres">
      <dgm:prSet presAssocID="{AB6272B7-E2F1-4CF0-BBC5-6A726B292CAA}" presName="Name0" presStyleCnt="0">
        <dgm:presLayoutVars>
          <dgm:dir/>
          <dgm:animLvl val="lvl"/>
          <dgm:resizeHandles val="exact"/>
        </dgm:presLayoutVars>
      </dgm:prSet>
      <dgm:spPr/>
    </dgm:pt>
    <dgm:pt modelId="{B532BAC3-88AA-4615-808B-86203183C729}" type="pres">
      <dgm:prSet presAssocID="{EA945DC2-06AA-4F3B-B3B1-462AC8C0BBC6}" presName="linNode" presStyleCnt="0"/>
      <dgm:spPr/>
    </dgm:pt>
    <dgm:pt modelId="{7E0F3DA8-E1C1-4CD8-B46B-514873263237}" type="pres">
      <dgm:prSet presAssocID="{EA945DC2-06AA-4F3B-B3B1-462AC8C0BBC6}" presName="bgOutline" presStyleLbl="fgAcc1" presStyleIdx="0" presStyleCnt="4"/>
      <dgm:spPr/>
    </dgm:pt>
    <dgm:pt modelId="{0F2DF469-73B1-445D-8EE8-50B6926349FC}" type="pres">
      <dgm:prSet presAssocID="{EA945DC2-06AA-4F3B-B3B1-462AC8C0BBC6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03314B6B-2925-4A50-9127-89954E2D9886}" type="pres">
      <dgm:prSet presAssocID="{EA945DC2-06AA-4F3B-B3B1-462AC8C0BBC6}" presName="descendantText" presStyleLbl="revTx" presStyleIdx="0" presStyleCnt="0">
        <dgm:presLayoutVars>
          <dgm:bulletEnabled/>
        </dgm:presLayoutVars>
      </dgm:prSet>
      <dgm:spPr/>
    </dgm:pt>
    <dgm:pt modelId="{EC0E7B0E-9F2B-4E2C-A235-699CBF842969}" type="pres">
      <dgm:prSet presAssocID="{C19BD0EC-AAD8-4401-9853-7AA493F9579B}" presName="sp" presStyleCnt="0"/>
      <dgm:spPr/>
    </dgm:pt>
    <dgm:pt modelId="{B2790513-BB1A-43A5-84ED-2CE42685C024}" type="pres">
      <dgm:prSet presAssocID="{67E5A45D-6186-4A38-AA5A-83EA394D55B5}" presName="linNode" presStyleCnt="0"/>
      <dgm:spPr/>
    </dgm:pt>
    <dgm:pt modelId="{A64E5941-16A8-4044-AA24-A0BD268BE6F8}" type="pres">
      <dgm:prSet presAssocID="{67E5A45D-6186-4A38-AA5A-83EA394D55B5}" presName="bgOutline" presStyleLbl="fgAcc1" presStyleIdx="1" presStyleCnt="4"/>
      <dgm:spPr/>
    </dgm:pt>
    <dgm:pt modelId="{DAABF48D-B84B-49FD-85A9-681CD7A9C945}" type="pres">
      <dgm:prSet presAssocID="{67E5A45D-6186-4A38-AA5A-83EA394D55B5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3D1CBF75-D8A1-4E87-9758-E3B2EFE51B00}" type="pres">
      <dgm:prSet presAssocID="{67E5A45D-6186-4A38-AA5A-83EA394D55B5}" presName="descendantText" presStyleLbl="revTx" presStyleIdx="0" presStyleCnt="0">
        <dgm:presLayoutVars>
          <dgm:bulletEnabled/>
        </dgm:presLayoutVars>
      </dgm:prSet>
      <dgm:spPr/>
    </dgm:pt>
    <dgm:pt modelId="{19A346C6-08E3-4215-9FC0-4E62E3273039}" type="pres">
      <dgm:prSet presAssocID="{FACD4BDE-EFE3-41AD-86F7-3C982F6CBD1D}" presName="sp" presStyleCnt="0"/>
      <dgm:spPr/>
    </dgm:pt>
    <dgm:pt modelId="{8876123C-2B9B-48AE-8CA6-DBA17BD85E07}" type="pres">
      <dgm:prSet presAssocID="{32EA3E68-F7DD-4669-9A53-7A39C2F864CB}" presName="linNode" presStyleCnt="0"/>
      <dgm:spPr/>
    </dgm:pt>
    <dgm:pt modelId="{E059FE44-A02C-4314-A647-B6010CCBE4FF}" type="pres">
      <dgm:prSet presAssocID="{32EA3E68-F7DD-4669-9A53-7A39C2F864CB}" presName="bgOutline" presStyleLbl="fgAcc1" presStyleIdx="2" presStyleCnt="4"/>
      <dgm:spPr/>
    </dgm:pt>
    <dgm:pt modelId="{EFBED1A0-26CF-4E7D-8DCD-5F67CD8C3C8F}" type="pres">
      <dgm:prSet presAssocID="{32EA3E68-F7DD-4669-9A53-7A39C2F864CB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E6FE6EEE-4E6C-4FBB-BC84-099FE1B094D7}" type="pres">
      <dgm:prSet presAssocID="{32EA3E68-F7DD-4669-9A53-7A39C2F864CB}" presName="descendantText" presStyleLbl="revTx" presStyleIdx="0" presStyleCnt="0">
        <dgm:presLayoutVars>
          <dgm:bulletEnabled/>
        </dgm:presLayoutVars>
      </dgm:prSet>
      <dgm:spPr/>
    </dgm:pt>
    <dgm:pt modelId="{E81AA496-4F01-455F-BFA3-05BF8B70689A}" type="pres">
      <dgm:prSet presAssocID="{1AF8658D-7EF6-41E5-A33B-70FC76BDEADE}" presName="sp" presStyleCnt="0"/>
      <dgm:spPr/>
    </dgm:pt>
    <dgm:pt modelId="{25D17670-8B18-4224-89B3-08B10062D64D}" type="pres">
      <dgm:prSet presAssocID="{03E389E5-8F9D-4314-AC17-267C181B9B58}" presName="linNode" presStyleCnt="0"/>
      <dgm:spPr/>
    </dgm:pt>
    <dgm:pt modelId="{B1D9B0FE-1E0F-485A-809A-91AB18275C86}" type="pres">
      <dgm:prSet presAssocID="{03E389E5-8F9D-4314-AC17-267C181B9B58}" presName="bgOutline" presStyleLbl="fgAcc1" presStyleIdx="3" presStyleCnt="4"/>
      <dgm:spPr/>
    </dgm:pt>
    <dgm:pt modelId="{3D7282F8-3F90-4814-ABE8-A08AAC530A7E}" type="pres">
      <dgm:prSet presAssocID="{03E389E5-8F9D-4314-AC17-267C181B9B5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B086D73D-C536-4CC0-853B-7643488382D1}" type="pres">
      <dgm:prSet presAssocID="{03E389E5-8F9D-4314-AC17-267C181B9B58}" presName="descendantText" presStyleLbl="revTx" presStyleIdx="0" presStyleCnt="0">
        <dgm:presLayoutVars>
          <dgm:bulletEnabled/>
        </dgm:presLayoutVars>
      </dgm:prSet>
      <dgm:spPr/>
    </dgm:pt>
  </dgm:ptLst>
  <dgm:cxnLst>
    <dgm:cxn modelId="{E6083C05-84F0-4A4D-B22F-20D11468C305}" type="presOf" srcId="{03E389E5-8F9D-4314-AC17-267C181B9B58}" destId="{3D7282F8-3F90-4814-ABE8-A08AAC530A7E}" srcOrd="1" destOrd="0" presId="urn:microsoft.com/office/officeart/2024/layout/VerticalActionList"/>
    <dgm:cxn modelId="{71962506-B9D9-4E22-9068-94B3B65BDC34}" type="presOf" srcId="{32EA3E68-F7DD-4669-9A53-7A39C2F864CB}" destId="{EFBED1A0-26CF-4E7D-8DCD-5F67CD8C3C8F}" srcOrd="1" destOrd="0" presId="urn:microsoft.com/office/officeart/2024/layout/VerticalActionList"/>
    <dgm:cxn modelId="{9A23E711-EC20-41E4-9D4E-5AE38686BF1E}" srcId="{AB6272B7-E2F1-4CF0-BBC5-6A726B292CAA}" destId="{32EA3E68-F7DD-4669-9A53-7A39C2F864CB}" srcOrd="2" destOrd="0" parTransId="{3DD9F7A4-D163-4A4D-AC24-5409485B5921}" sibTransId="{1AF8658D-7EF6-41E5-A33B-70FC76BDEADE}"/>
    <dgm:cxn modelId="{885DAF22-2A7C-4807-9CDD-0E7E3C5DA020}" srcId="{AB6272B7-E2F1-4CF0-BBC5-6A726B292CAA}" destId="{67E5A45D-6186-4A38-AA5A-83EA394D55B5}" srcOrd="1" destOrd="0" parTransId="{D9A3AE41-2EB1-4389-85F6-85C184001832}" sibTransId="{FACD4BDE-EFE3-41AD-86F7-3C982F6CBD1D}"/>
    <dgm:cxn modelId="{DD01382B-5BF5-4DEA-B0AB-96CB27EB1F0E}" type="presOf" srcId="{43E8E9DE-1ABF-4AA1-B5C7-913D8D04F2F6}" destId="{03314B6B-2925-4A50-9127-89954E2D9886}" srcOrd="0" destOrd="0" presId="urn:microsoft.com/office/officeart/2024/layout/VerticalActionList"/>
    <dgm:cxn modelId="{B7452945-C3DB-43BD-9273-455AEC9D4415}" type="presOf" srcId="{32EA3E68-F7DD-4669-9A53-7A39C2F864CB}" destId="{E059FE44-A02C-4314-A647-B6010CCBE4FF}" srcOrd="0" destOrd="0" presId="urn:microsoft.com/office/officeart/2024/layout/VerticalActionList"/>
    <dgm:cxn modelId="{F094A26A-C0A3-4CAB-84E0-4A5FA0C06D8D}" srcId="{EA945DC2-06AA-4F3B-B3B1-462AC8C0BBC6}" destId="{43E8E9DE-1ABF-4AA1-B5C7-913D8D04F2F6}" srcOrd="0" destOrd="0" parTransId="{94C909CE-8B4E-4DBF-B5EF-F102F8201040}" sibTransId="{CA0CEA23-AE07-48CD-AC3D-94F216DCC6F9}"/>
    <dgm:cxn modelId="{BC3B6E56-F1F6-42A2-AC55-67BEC20A4B96}" type="presOf" srcId="{E5C463A0-51DC-4B7C-8AC4-73FC6E602E83}" destId="{3D1CBF75-D8A1-4E87-9758-E3B2EFE51B00}" srcOrd="0" destOrd="0" presId="urn:microsoft.com/office/officeart/2024/layout/VerticalActionList"/>
    <dgm:cxn modelId="{0F9A7283-BE14-4B45-9E69-CE94E4E21069}" srcId="{AB6272B7-E2F1-4CF0-BBC5-6A726B292CAA}" destId="{EA945DC2-06AA-4F3B-B3B1-462AC8C0BBC6}" srcOrd="0" destOrd="0" parTransId="{0CBE9EA0-B98F-4C99-8CB3-F94822BB00C3}" sibTransId="{C19BD0EC-AAD8-4401-9853-7AA493F9579B}"/>
    <dgm:cxn modelId="{88CF9086-80D7-428D-BBD5-147763CF9886}" type="presOf" srcId="{EA945DC2-06AA-4F3B-B3B1-462AC8C0BBC6}" destId="{7E0F3DA8-E1C1-4CD8-B46B-514873263237}" srcOrd="0" destOrd="0" presId="urn:microsoft.com/office/officeart/2024/layout/VerticalActionList"/>
    <dgm:cxn modelId="{6FEDF186-DF80-4BE7-8843-25DB4ABF9B89}" type="presOf" srcId="{EA945DC2-06AA-4F3B-B3B1-462AC8C0BBC6}" destId="{0F2DF469-73B1-445D-8EE8-50B6926349FC}" srcOrd="1" destOrd="0" presId="urn:microsoft.com/office/officeart/2024/layout/VerticalActionList"/>
    <dgm:cxn modelId="{DD46678C-926D-4E5B-836A-B733F213522C}" srcId="{67E5A45D-6186-4A38-AA5A-83EA394D55B5}" destId="{E5C463A0-51DC-4B7C-8AC4-73FC6E602E83}" srcOrd="0" destOrd="0" parTransId="{83391662-CEC5-4815-AFAF-5DCD6F97AE94}" sibTransId="{9B930790-F66F-42A0-BBA1-DD74CD94DBAC}"/>
    <dgm:cxn modelId="{3DBAC18E-7AB7-4E67-B78B-D7E26111E6F1}" srcId="{AB6272B7-E2F1-4CF0-BBC5-6A726B292CAA}" destId="{03E389E5-8F9D-4314-AC17-267C181B9B58}" srcOrd="3" destOrd="0" parTransId="{7C4F9BFB-5550-45E4-A339-08B3A0E2F49D}" sibTransId="{7483CD62-68D0-4209-92DA-9EC8C034AB74}"/>
    <dgm:cxn modelId="{79854B92-5723-4600-9FD7-CA886D1F38D6}" type="presOf" srcId="{AB6272B7-E2F1-4CF0-BBC5-6A726B292CAA}" destId="{6957EF12-B7ED-4C8F-A37D-0B223C3027CC}" srcOrd="0" destOrd="0" presId="urn:microsoft.com/office/officeart/2024/layout/VerticalActionList"/>
    <dgm:cxn modelId="{396CA29B-E529-4767-8125-4FC18983F58B}" type="presOf" srcId="{67E5A45D-6186-4A38-AA5A-83EA394D55B5}" destId="{A64E5941-16A8-4044-AA24-A0BD268BE6F8}" srcOrd="0" destOrd="0" presId="urn:microsoft.com/office/officeart/2024/layout/VerticalActionList"/>
    <dgm:cxn modelId="{C819169F-A6F7-48D9-A1EA-A7324FCA32CF}" type="presOf" srcId="{9EB62055-3AE8-4350-9FF3-27A8EACF058B}" destId="{E6FE6EEE-4E6C-4FBB-BC84-099FE1B094D7}" srcOrd="0" destOrd="0" presId="urn:microsoft.com/office/officeart/2024/layout/VerticalActionList"/>
    <dgm:cxn modelId="{AA8B13BA-90B0-4209-BDA2-22EB742FBE85}" srcId="{32EA3E68-F7DD-4669-9A53-7A39C2F864CB}" destId="{9EB62055-3AE8-4350-9FF3-27A8EACF058B}" srcOrd="0" destOrd="0" parTransId="{58E7A076-26C7-4FB0-9CC1-8EB1016B8BD1}" sibTransId="{F2E60FE0-DAF7-4EFD-BA64-8703C04704BF}"/>
    <dgm:cxn modelId="{457EE3C4-DB42-41DD-B712-52CC069026D4}" type="presOf" srcId="{227BFF43-BFFE-4C21-8330-037BCC75C896}" destId="{B086D73D-C536-4CC0-853B-7643488382D1}" srcOrd="0" destOrd="0" presId="urn:microsoft.com/office/officeart/2024/layout/VerticalActionList"/>
    <dgm:cxn modelId="{8F4107C9-B5BB-4AC3-BA78-48B2E3FDA730}" srcId="{03E389E5-8F9D-4314-AC17-267C181B9B58}" destId="{227BFF43-BFFE-4C21-8330-037BCC75C896}" srcOrd="0" destOrd="0" parTransId="{9E0EB442-4D6D-4BCF-8C9C-30CCD22B1E24}" sibTransId="{E6D0410C-25E3-435C-A4B8-2F517FBDF090}"/>
    <dgm:cxn modelId="{85F16EE8-4F92-4C64-8D52-D046739CA329}" type="presOf" srcId="{03E389E5-8F9D-4314-AC17-267C181B9B58}" destId="{B1D9B0FE-1E0F-485A-809A-91AB18275C86}" srcOrd="0" destOrd="0" presId="urn:microsoft.com/office/officeart/2024/layout/VerticalActionList"/>
    <dgm:cxn modelId="{BD3F47F5-1533-439A-8B6C-85949CEDBDDA}" type="presOf" srcId="{67E5A45D-6186-4A38-AA5A-83EA394D55B5}" destId="{DAABF48D-B84B-49FD-85A9-681CD7A9C945}" srcOrd="1" destOrd="0" presId="urn:microsoft.com/office/officeart/2024/layout/VerticalActionList"/>
    <dgm:cxn modelId="{6E5F68E6-F134-40BA-BF68-53D61CB5A3F3}" type="presParOf" srcId="{6957EF12-B7ED-4C8F-A37D-0B223C3027CC}" destId="{B532BAC3-88AA-4615-808B-86203183C729}" srcOrd="0" destOrd="0" presId="urn:microsoft.com/office/officeart/2024/layout/VerticalActionList"/>
    <dgm:cxn modelId="{1616EB86-E66C-4CF6-AD1F-157B3B8CBED3}" type="presParOf" srcId="{B532BAC3-88AA-4615-808B-86203183C729}" destId="{7E0F3DA8-E1C1-4CD8-B46B-514873263237}" srcOrd="0" destOrd="0" presId="urn:microsoft.com/office/officeart/2024/layout/VerticalActionList"/>
    <dgm:cxn modelId="{7CDD450E-16C1-4810-9905-681BCEDFA660}" type="presParOf" srcId="{B532BAC3-88AA-4615-808B-86203183C729}" destId="{0F2DF469-73B1-445D-8EE8-50B6926349FC}" srcOrd="1" destOrd="0" presId="urn:microsoft.com/office/officeart/2024/layout/VerticalActionList"/>
    <dgm:cxn modelId="{281E2501-CA7B-49FB-8E2F-A7071F76E12C}" type="presParOf" srcId="{B532BAC3-88AA-4615-808B-86203183C729}" destId="{03314B6B-2925-4A50-9127-89954E2D9886}" srcOrd="2" destOrd="0" presId="urn:microsoft.com/office/officeart/2024/layout/VerticalActionList"/>
    <dgm:cxn modelId="{C52C28F9-B414-4862-BE2D-1530B8248731}" type="presParOf" srcId="{6957EF12-B7ED-4C8F-A37D-0B223C3027CC}" destId="{EC0E7B0E-9F2B-4E2C-A235-699CBF842969}" srcOrd="1" destOrd="0" presId="urn:microsoft.com/office/officeart/2024/layout/VerticalActionList"/>
    <dgm:cxn modelId="{E288BB27-696C-41A4-947C-62C6B8C6E93E}" type="presParOf" srcId="{6957EF12-B7ED-4C8F-A37D-0B223C3027CC}" destId="{B2790513-BB1A-43A5-84ED-2CE42685C024}" srcOrd="2" destOrd="0" presId="urn:microsoft.com/office/officeart/2024/layout/VerticalActionList"/>
    <dgm:cxn modelId="{3081FFAD-7D0D-415D-BD8C-0F86861938A6}" type="presParOf" srcId="{B2790513-BB1A-43A5-84ED-2CE42685C024}" destId="{A64E5941-16A8-4044-AA24-A0BD268BE6F8}" srcOrd="0" destOrd="0" presId="urn:microsoft.com/office/officeart/2024/layout/VerticalActionList"/>
    <dgm:cxn modelId="{41539BC4-4C69-4D01-BAC6-851E1C0D4839}" type="presParOf" srcId="{B2790513-BB1A-43A5-84ED-2CE42685C024}" destId="{DAABF48D-B84B-49FD-85A9-681CD7A9C945}" srcOrd="1" destOrd="0" presId="urn:microsoft.com/office/officeart/2024/layout/VerticalActionList"/>
    <dgm:cxn modelId="{3E4D0646-4920-4057-B211-991E04FDD902}" type="presParOf" srcId="{B2790513-BB1A-43A5-84ED-2CE42685C024}" destId="{3D1CBF75-D8A1-4E87-9758-E3B2EFE51B00}" srcOrd="2" destOrd="0" presId="urn:microsoft.com/office/officeart/2024/layout/VerticalActionList"/>
    <dgm:cxn modelId="{39D2ED67-8DFA-4378-9BCB-DD52CA169022}" type="presParOf" srcId="{6957EF12-B7ED-4C8F-A37D-0B223C3027CC}" destId="{19A346C6-08E3-4215-9FC0-4E62E3273039}" srcOrd="3" destOrd="0" presId="urn:microsoft.com/office/officeart/2024/layout/VerticalActionList"/>
    <dgm:cxn modelId="{ED051318-D0B7-432D-9D61-C22AD2C9E7D5}" type="presParOf" srcId="{6957EF12-B7ED-4C8F-A37D-0B223C3027CC}" destId="{8876123C-2B9B-48AE-8CA6-DBA17BD85E07}" srcOrd="4" destOrd="0" presId="urn:microsoft.com/office/officeart/2024/layout/VerticalActionList"/>
    <dgm:cxn modelId="{FEACACF3-6AC8-4955-BBE6-EC5F88F4D0A1}" type="presParOf" srcId="{8876123C-2B9B-48AE-8CA6-DBA17BD85E07}" destId="{E059FE44-A02C-4314-A647-B6010CCBE4FF}" srcOrd="0" destOrd="0" presId="urn:microsoft.com/office/officeart/2024/layout/VerticalActionList"/>
    <dgm:cxn modelId="{FD557D7F-9288-4A87-9BCF-ED1CB8A402B5}" type="presParOf" srcId="{8876123C-2B9B-48AE-8CA6-DBA17BD85E07}" destId="{EFBED1A0-26CF-4E7D-8DCD-5F67CD8C3C8F}" srcOrd="1" destOrd="0" presId="urn:microsoft.com/office/officeart/2024/layout/VerticalActionList"/>
    <dgm:cxn modelId="{A1C599F5-2445-4741-9411-C14ADD67B5A8}" type="presParOf" srcId="{8876123C-2B9B-48AE-8CA6-DBA17BD85E07}" destId="{E6FE6EEE-4E6C-4FBB-BC84-099FE1B094D7}" srcOrd="2" destOrd="0" presId="urn:microsoft.com/office/officeart/2024/layout/VerticalActionList"/>
    <dgm:cxn modelId="{E5FB23A6-0661-487A-B152-1A5F90DAB3A8}" type="presParOf" srcId="{6957EF12-B7ED-4C8F-A37D-0B223C3027CC}" destId="{E81AA496-4F01-455F-BFA3-05BF8B70689A}" srcOrd="5" destOrd="0" presId="urn:microsoft.com/office/officeart/2024/layout/VerticalActionList"/>
    <dgm:cxn modelId="{957A0E81-1A75-4F51-AB80-9072954140C2}" type="presParOf" srcId="{6957EF12-B7ED-4C8F-A37D-0B223C3027CC}" destId="{25D17670-8B18-4224-89B3-08B10062D64D}" srcOrd="6" destOrd="0" presId="urn:microsoft.com/office/officeart/2024/layout/VerticalActionList"/>
    <dgm:cxn modelId="{7442D3E0-17E9-44A1-B423-1DA21D4BE646}" type="presParOf" srcId="{25D17670-8B18-4224-89B3-08B10062D64D}" destId="{B1D9B0FE-1E0F-485A-809A-91AB18275C86}" srcOrd="0" destOrd="0" presId="urn:microsoft.com/office/officeart/2024/layout/VerticalActionList"/>
    <dgm:cxn modelId="{1562981D-5722-4C4C-905F-882C6AE284E3}" type="presParOf" srcId="{25D17670-8B18-4224-89B3-08B10062D64D}" destId="{3D7282F8-3F90-4814-ABE8-A08AAC530A7E}" srcOrd="1" destOrd="0" presId="urn:microsoft.com/office/officeart/2024/layout/VerticalActionList"/>
    <dgm:cxn modelId="{CDB96C72-7CD3-43B9-B605-86D1480C65D4}" type="presParOf" srcId="{25D17670-8B18-4224-89B3-08B10062D64D}" destId="{B086D73D-C536-4CC0-853B-7643488382D1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DC53EE-2909-4117-A4B0-24F3ECCEAAE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CB504A3-5916-4519-BC64-702151E32310}">
      <dgm:prSet phldrT="[Texte]" phldr="0" custT="1"/>
      <dgm:spPr/>
      <dgm:t>
        <a:bodyPr/>
        <a:lstStyle/>
        <a:p>
          <a:r>
            <a:rPr lang="fr-FR" sz="1200" dirty="0">
              <a:latin typeface="Montserrat" panose="00000500000000000000" pitchFamily="2" charset="0"/>
            </a:rPr>
            <a:t>Jeu de données</a:t>
          </a:r>
        </a:p>
      </dgm:t>
    </dgm:pt>
    <dgm:pt modelId="{635BC125-5034-4AB0-BCEB-2D36FEEAC300}" type="parTrans" cxnId="{8BCCC9D2-595F-4445-B42F-B22988BBDFE6}">
      <dgm:prSet/>
      <dgm:spPr/>
      <dgm:t>
        <a:bodyPr/>
        <a:lstStyle/>
        <a:p>
          <a:endParaRPr lang="fr-FR"/>
        </a:p>
      </dgm:t>
    </dgm:pt>
    <dgm:pt modelId="{9694359D-6425-4A37-BB11-F6E8FBCD7BE1}" type="sibTrans" cxnId="{8BCCC9D2-595F-4445-B42F-B22988BBDFE6}">
      <dgm:prSet/>
      <dgm:spPr/>
      <dgm:t>
        <a:bodyPr/>
        <a:lstStyle/>
        <a:p>
          <a:endParaRPr lang="fr-FR"/>
        </a:p>
      </dgm:t>
    </dgm:pt>
    <dgm:pt modelId="{BE4FA92F-C401-4821-8D24-B005DAF215AF}">
      <dgm:prSet phldrT="[Texte]" phldr="0" custT="1"/>
      <dgm:spPr>
        <a:solidFill>
          <a:srgbClr val="9176B4">
            <a:alpha val="90000"/>
          </a:srgbClr>
        </a:solidFill>
      </dgm:spPr>
      <dgm:t>
        <a:bodyPr/>
        <a:lstStyle/>
        <a:p>
          <a:pPr marL="114300" lvl="1" indent="-114300" algn="l" defTabSz="533400">
            <a:lnSpc>
              <a:spcPts val="15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Insurance_claims.csv</a:t>
          </a:r>
        </a:p>
      </dgm:t>
    </dgm:pt>
    <dgm:pt modelId="{FA8D6D4B-C187-40FF-BCE1-72CEAD4FFF02}" type="parTrans" cxnId="{95C0B05D-9FFB-4B1B-9AAF-4109D46A0C29}">
      <dgm:prSet/>
      <dgm:spPr/>
      <dgm:t>
        <a:bodyPr/>
        <a:lstStyle/>
        <a:p>
          <a:endParaRPr lang="fr-FR"/>
        </a:p>
      </dgm:t>
    </dgm:pt>
    <dgm:pt modelId="{42287322-A973-4673-B27F-7A1DD911C8F6}" type="sibTrans" cxnId="{95C0B05D-9FFB-4B1B-9AAF-4109D46A0C29}">
      <dgm:prSet/>
      <dgm:spPr/>
      <dgm:t>
        <a:bodyPr/>
        <a:lstStyle/>
        <a:p>
          <a:endParaRPr lang="fr-FR"/>
        </a:p>
      </dgm:t>
    </dgm:pt>
    <dgm:pt modelId="{22388DD6-E541-4D12-B2E4-FEA281AAA869}">
      <dgm:prSet phldrT="[Texte]" phldr="0" custT="1"/>
      <dgm:spPr/>
      <dgm:t>
        <a:bodyPr/>
        <a:lstStyle/>
        <a:p>
          <a:r>
            <a:rPr lang="fr-FR" sz="1200" dirty="0">
              <a:latin typeface="Montserrat" panose="00000500000000000000" pitchFamily="2" charset="0"/>
            </a:rPr>
            <a:t>Composition du jeu de données</a:t>
          </a:r>
        </a:p>
      </dgm:t>
    </dgm:pt>
    <dgm:pt modelId="{F64B643A-F733-4582-90F8-6BB15AB7CDAD}" type="parTrans" cxnId="{3C127DD5-69FA-44BD-96BB-AD158BEF64F7}">
      <dgm:prSet/>
      <dgm:spPr/>
      <dgm:t>
        <a:bodyPr/>
        <a:lstStyle/>
        <a:p>
          <a:endParaRPr lang="fr-FR"/>
        </a:p>
      </dgm:t>
    </dgm:pt>
    <dgm:pt modelId="{A9D082EE-4C7B-49A0-A68A-950C9D6A8ADC}" type="sibTrans" cxnId="{3C127DD5-69FA-44BD-96BB-AD158BEF64F7}">
      <dgm:prSet/>
      <dgm:spPr/>
      <dgm:t>
        <a:bodyPr/>
        <a:lstStyle/>
        <a:p>
          <a:endParaRPr lang="fr-FR"/>
        </a:p>
      </dgm:t>
    </dgm:pt>
    <dgm:pt modelId="{9AB930B8-ED31-45D2-941B-FE574DC7087B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1200" b="1" dirty="0">
              <a:solidFill>
                <a:srgbClr val="002060"/>
              </a:solidFill>
              <a:latin typeface="Montserrat" panose="00000500000000000000" pitchFamily="2" charset="0"/>
            </a:rPr>
            <a:t>1000 observations</a:t>
          </a:r>
        </a:p>
      </dgm:t>
    </dgm:pt>
    <dgm:pt modelId="{3249083B-CB96-4697-89D5-19E4FBBCBC93}" type="parTrans" cxnId="{4331C976-359E-453C-BC8B-2E60B3490952}">
      <dgm:prSet/>
      <dgm:spPr/>
      <dgm:t>
        <a:bodyPr/>
        <a:lstStyle/>
        <a:p>
          <a:endParaRPr lang="fr-FR"/>
        </a:p>
      </dgm:t>
    </dgm:pt>
    <dgm:pt modelId="{81479174-441C-4F40-A77A-5FD91CB593C9}" type="sibTrans" cxnId="{4331C976-359E-453C-BC8B-2E60B3490952}">
      <dgm:prSet/>
      <dgm:spPr/>
      <dgm:t>
        <a:bodyPr/>
        <a:lstStyle/>
        <a:p>
          <a:endParaRPr lang="fr-FR"/>
        </a:p>
      </dgm:t>
    </dgm:pt>
    <dgm:pt modelId="{2E80EEDF-5873-4ED0-85D2-AA8CA548A094}">
      <dgm:prSet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1200" b="1" dirty="0">
              <a:solidFill>
                <a:srgbClr val="002060"/>
              </a:solidFill>
              <a:latin typeface="Montserrat" panose="00000500000000000000" pitchFamily="2" charset="0"/>
            </a:rPr>
            <a:t>40 variables</a:t>
          </a:r>
        </a:p>
      </dgm:t>
    </dgm:pt>
    <dgm:pt modelId="{DA4B416E-867E-4498-B4F5-FFFFB6B8527F}" type="parTrans" cxnId="{86D9F77F-341B-40CA-A1FE-DFE73625C03E}">
      <dgm:prSet/>
      <dgm:spPr/>
      <dgm:t>
        <a:bodyPr/>
        <a:lstStyle/>
        <a:p>
          <a:endParaRPr lang="fr-FR"/>
        </a:p>
      </dgm:t>
    </dgm:pt>
    <dgm:pt modelId="{FB94212E-A001-464A-894C-6A590AECB6F0}" type="sibTrans" cxnId="{86D9F77F-341B-40CA-A1FE-DFE73625C03E}">
      <dgm:prSet/>
      <dgm:spPr/>
      <dgm:t>
        <a:bodyPr/>
        <a:lstStyle/>
        <a:p>
          <a:endParaRPr lang="fr-FR"/>
        </a:p>
      </dgm:t>
    </dgm:pt>
    <dgm:pt modelId="{68E7464D-5B96-4BED-A905-168AA13269C0}">
      <dgm:prSet phldrT="[Texte]" custT="1"/>
      <dgm:spPr/>
      <dgm:t>
        <a:bodyPr/>
        <a:lstStyle/>
        <a:p>
          <a:r>
            <a:rPr lang="fr-FR" sz="1200" dirty="0">
              <a:latin typeface="Montserrat" panose="00000500000000000000" pitchFamily="2" charset="0"/>
            </a:rPr>
            <a:t>Variable cible</a:t>
          </a:r>
          <a:endParaRPr lang="fr-FR" sz="1200" dirty="0"/>
        </a:p>
      </dgm:t>
    </dgm:pt>
    <dgm:pt modelId="{86993D53-D8CB-4BBC-8C40-A402677C0431}" type="parTrans" cxnId="{A68AF48E-1706-43D7-919E-FBEC02111E41}">
      <dgm:prSet/>
      <dgm:spPr/>
      <dgm:t>
        <a:bodyPr/>
        <a:lstStyle/>
        <a:p>
          <a:endParaRPr lang="fr-FR"/>
        </a:p>
      </dgm:t>
    </dgm:pt>
    <dgm:pt modelId="{F3ABB4E7-DAD1-44C9-8A8C-0753E1B58620}" type="sibTrans" cxnId="{A68AF48E-1706-43D7-919E-FBEC02111E41}">
      <dgm:prSet/>
      <dgm:spPr/>
      <dgm:t>
        <a:bodyPr/>
        <a:lstStyle/>
        <a:p>
          <a:endParaRPr lang="fr-FR"/>
        </a:p>
      </dgm:t>
    </dgm:pt>
    <dgm:pt modelId="{BBC3FF8B-92F2-425B-9B06-B5392AC241B8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1400" b="1" i="1" dirty="0">
              <a:solidFill>
                <a:srgbClr val="002060"/>
              </a:solidFill>
              <a:latin typeface="Montserrat" panose="00000500000000000000" pitchFamily="2" charset="0"/>
            </a:rPr>
            <a:t>‘</a:t>
          </a:r>
          <a:r>
            <a:rPr lang="fr-FR" sz="1200" b="1" i="1" dirty="0" err="1">
              <a:solidFill>
                <a:srgbClr val="002060"/>
              </a:solidFill>
              <a:latin typeface="Montserrat" panose="00000500000000000000" pitchFamily="2" charset="0"/>
            </a:rPr>
            <a:t>Fraud</a:t>
          </a:r>
          <a:r>
            <a:rPr lang="fr-FR" sz="1400" b="1" i="1" dirty="0" err="1">
              <a:solidFill>
                <a:srgbClr val="002060"/>
              </a:solidFill>
              <a:latin typeface="Montserrat" panose="00000500000000000000" pitchFamily="2" charset="0"/>
            </a:rPr>
            <a:t>_reported</a:t>
          </a:r>
          <a:r>
            <a:rPr lang="fr-FR" sz="1400" b="1" i="1" dirty="0">
              <a:solidFill>
                <a:srgbClr val="002060"/>
              </a:solidFill>
              <a:latin typeface="Montserrat" panose="00000500000000000000" pitchFamily="2" charset="0"/>
            </a:rPr>
            <a:t>’</a:t>
          </a:r>
          <a:endParaRPr lang="fr-FR" sz="1400" dirty="0"/>
        </a:p>
      </dgm:t>
    </dgm:pt>
    <dgm:pt modelId="{1F76AD06-5FC6-44EA-82CF-CE42235B0B4C}" type="parTrans" cxnId="{4134BA05-66F2-4E18-8A0D-2351CBEE4B40}">
      <dgm:prSet/>
      <dgm:spPr/>
      <dgm:t>
        <a:bodyPr/>
        <a:lstStyle/>
        <a:p>
          <a:endParaRPr lang="fr-FR"/>
        </a:p>
      </dgm:t>
    </dgm:pt>
    <dgm:pt modelId="{3C1DF4B7-2483-406A-ADD0-927713EDA8E1}" type="sibTrans" cxnId="{4134BA05-66F2-4E18-8A0D-2351CBEE4B40}">
      <dgm:prSet/>
      <dgm:spPr/>
      <dgm:t>
        <a:bodyPr/>
        <a:lstStyle/>
        <a:p>
          <a:endParaRPr lang="fr-FR"/>
        </a:p>
      </dgm:t>
    </dgm:pt>
    <dgm:pt modelId="{06174967-2FA8-41BC-98C7-8CB20FBC1A82}">
      <dgm:prSet phldrT="[Texte]" phldr="0" custT="1"/>
      <dgm:spPr>
        <a:solidFill>
          <a:srgbClr val="9176B4">
            <a:alpha val="90000"/>
          </a:srgbClr>
        </a:solidFill>
      </dgm:spPr>
      <dgm:t>
        <a:bodyPr/>
        <a:lstStyle/>
        <a:p>
          <a:pPr marL="114300" lvl="1" indent="-114300" algn="l" defTabSz="533400">
            <a:lnSpc>
              <a:spcPts val="15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publié par ABDELRAHIM AQQAD le 22 août 2023 (Version 2) sur le </a:t>
          </a:r>
          <a:r>
            <a:rPr lang="fr-FR" sz="1200" b="0" kern="1200" dirty="0">
              <a:solidFill>
                <a:srgbClr val="002060"/>
              </a:solidFill>
              <a:latin typeface="Montserrat" panose="00000500000000000000" pitchFamily="2" charset="0"/>
            </a:rPr>
            <a:t>site internet de </a:t>
          </a:r>
          <a:r>
            <a:rPr lang="fr-FR" sz="1200" b="0" kern="1200" dirty="0" err="1">
              <a:solidFill>
                <a:srgbClr val="002060"/>
              </a:solidFill>
              <a:latin typeface="Montserrat" panose="00000500000000000000" pitchFamily="2" charset="0"/>
            </a:rPr>
            <a:t>Mendeley</a:t>
          </a:r>
          <a:r>
            <a:rPr lang="fr-FR" sz="1200" b="0" kern="1200" dirty="0">
              <a:solidFill>
                <a:srgbClr val="002060"/>
              </a:solidFill>
              <a:latin typeface="Montserrat" panose="00000500000000000000" pitchFamily="2" charset="0"/>
            </a:rPr>
            <a:t> Data</a:t>
          </a:r>
          <a:endParaRPr lang="fr-FR" sz="1200" b="0" kern="1200" dirty="0">
            <a:solidFill>
              <a:srgbClr val="002060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105214E7-F855-4854-BCC2-47900648F30B}" type="parTrans" cxnId="{88072CCA-7D7A-4D1B-AC3A-F2E884214246}">
      <dgm:prSet/>
      <dgm:spPr/>
      <dgm:t>
        <a:bodyPr/>
        <a:lstStyle/>
        <a:p>
          <a:endParaRPr lang="fr-FR"/>
        </a:p>
      </dgm:t>
    </dgm:pt>
    <dgm:pt modelId="{832A22A3-A940-4115-A3A1-3E17CA42EAAB}" type="sibTrans" cxnId="{88072CCA-7D7A-4D1B-AC3A-F2E884214246}">
      <dgm:prSet/>
      <dgm:spPr/>
      <dgm:t>
        <a:bodyPr/>
        <a:lstStyle/>
        <a:p>
          <a:endParaRPr lang="fr-FR"/>
        </a:p>
      </dgm:t>
    </dgm:pt>
    <dgm:pt modelId="{3D16B4CE-8F26-43C3-8712-F062FFA6C285}" type="pres">
      <dgm:prSet presAssocID="{C2DC53EE-2909-4117-A4B0-24F3ECCEAAEB}" presName="Name0" presStyleCnt="0">
        <dgm:presLayoutVars>
          <dgm:dir/>
          <dgm:animLvl val="lvl"/>
          <dgm:resizeHandles val="exact"/>
        </dgm:presLayoutVars>
      </dgm:prSet>
      <dgm:spPr/>
    </dgm:pt>
    <dgm:pt modelId="{2185FD18-938D-45FD-81E3-8F001FFA6FE5}" type="pres">
      <dgm:prSet presAssocID="{FCB504A3-5916-4519-BC64-702151E32310}" presName="linNode" presStyleCnt="0"/>
      <dgm:spPr/>
    </dgm:pt>
    <dgm:pt modelId="{991BA73D-C1D4-40D1-B2BE-D812142E40FA}" type="pres">
      <dgm:prSet presAssocID="{FCB504A3-5916-4519-BC64-702151E32310}" presName="parentText" presStyleLbl="node1" presStyleIdx="0" presStyleCnt="3" custLinFactNeighborY="-4581">
        <dgm:presLayoutVars>
          <dgm:chMax val="1"/>
          <dgm:bulletEnabled val="1"/>
        </dgm:presLayoutVars>
      </dgm:prSet>
      <dgm:spPr/>
    </dgm:pt>
    <dgm:pt modelId="{B160FE72-0470-42A6-91E0-678034B6203B}" type="pres">
      <dgm:prSet presAssocID="{FCB504A3-5916-4519-BC64-702151E32310}" presName="descendantText" presStyleLbl="alignAccFollowNode1" presStyleIdx="0" presStyleCnt="3">
        <dgm:presLayoutVars>
          <dgm:bulletEnabled val="1"/>
        </dgm:presLayoutVars>
      </dgm:prSet>
      <dgm:spPr/>
    </dgm:pt>
    <dgm:pt modelId="{A9DC975D-4A16-4E3B-BC1E-B80131157B7C}" type="pres">
      <dgm:prSet presAssocID="{9694359D-6425-4A37-BB11-F6E8FBCD7BE1}" presName="sp" presStyleCnt="0"/>
      <dgm:spPr/>
    </dgm:pt>
    <dgm:pt modelId="{B4C349E0-C81A-48D7-9902-7DF707AE2303}" type="pres">
      <dgm:prSet presAssocID="{22388DD6-E541-4D12-B2E4-FEA281AAA869}" presName="linNode" presStyleCnt="0"/>
      <dgm:spPr/>
    </dgm:pt>
    <dgm:pt modelId="{E3781ABB-957F-41C0-8006-30E4671516D0}" type="pres">
      <dgm:prSet presAssocID="{22388DD6-E541-4D12-B2E4-FEA281AAA86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C061088-128C-4507-B36E-461FF39F14B8}" type="pres">
      <dgm:prSet presAssocID="{22388DD6-E541-4D12-B2E4-FEA281AAA869}" presName="descendantText" presStyleLbl="alignAccFollowNode1" presStyleIdx="1" presStyleCnt="3">
        <dgm:presLayoutVars>
          <dgm:bulletEnabled val="1"/>
        </dgm:presLayoutVars>
      </dgm:prSet>
      <dgm:spPr/>
    </dgm:pt>
    <dgm:pt modelId="{43C8008D-B2CD-417B-9254-24229A198710}" type="pres">
      <dgm:prSet presAssocID="{A9D082EE-4C7B-49A0-A68A-950C9D6A8ADC}" presName="sp" presStyleCnt="0"/>
      <dgm:spPr/>
    </dgm:pt>
    <dgm:pt modelId="{3D5882C8-6FA6-47C6-A9AC-DC3D99ADB084}" type="pres">
      <dgm:prSet presAssocID="{68E7464D-5B96-4BED-A905-168AA13269C0}" presName="linNode" presStyleCnt="0"/>
      <dgm:spPr/>
    </dgm:pt>
    <dgm:pt modelId="{38724C48-E134-4DE7-8DD2-7B5626EAF474}" type="pres">
      <dgm:prSet presAssocID="{68E7464D-5B96-4BED-A905-168AA13269C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429B23E-7DF9-47AC-B59F-6C9F5B3960AF}" type="pres">
      <dgm:prSet presAssocID="{68E7464D-5B96-4BED-A905-168AA13269C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134BA05-66F2-4E18-8A0D-2351CBEE4B40}" srcId="{68E7464D-5B96-4BED-A905-168AA13269C0}" destId="{BBC3FF8B-92F2-425B-9B06-B5392AC241B8}" srcOrd="0" destOrd="0" parTransId="{1F76AD06-5FC6-44EA-82CF-CE42235B0B4C}" sibTransId="{3C1DF4B7-2483-406A-ADD0-927713EDA8E1}"/>
    <dgm:cxn modelId="{83D04226-891D-4D2D-912B-186A8C2F1574}" type="presOf" srcId="{2E80EEDF-5873-4ED0-85D2-AA8CA548A094}" destId="{6C061088-128C-4507-B36E-461FF39F14B8}" srcOrd="0" destOrd="1" presId="urn:microsoft.com/office/officeart/2005/8/layout/vList5"/>
    <dgm:cxn modelId="{95C0B05D-9FFB-4B1B-9AAF-4109D46A0C29}" srcId="{FCB504A3-5916-4519-BC64-702151E32310}" destId="{BE4FA92F-C401-4821-8D24-B005DAF215AF}" srcOrd="0" destOrd="0" parTransId="{FA8D6D4B-C187-40FF-BCE1-72CEAD4FFF02}" sibTransId="{42287322-A973-4673-B27F-7A1DD911C8F6}"/>
    <dgm:cxn modelId="{4331C976-359E-453C-BC8B-2E60B3490952}" srcId="{22388DD6-E541-4D12-B2E4-FEA281AAA869}" destId="{9AB930B8-ED31-45D2-941B-FE574DC7087B}" srcOrd="0" destOrd="0" parTransId="{3249083B-CB96-4697-89D5-19E4FBBCBC93}" sibTransId="{81479174-441C-4F40-A77A-5FD91CB593C9}"/>
    <dgm:cxn modelId="{363F387A-9163-4964-9630-4451CA06D4D9}" type="presOf" srcId="{BE4FA92F-C401-4821-8D24-B005DAF215AF}" destId="{B160FE72-0470-42A6-91E0-678034B6203B}" srcOrd="0" destOrd="0" presId="urn:microsoft.com/office/officeart/2005/8/layout/vList5"/>
    <dgm:cxn modelId="{86D9F77F-341B-40CA-A1FE-DFE73625C03E}" srcId="{22388DD6-E541-4D12-B2E4-FEA281AAA869}" destId="{2E80EEDF-5873-4ED0-85D2-AA8CA548A094}" srcOrd="1" destOrd="0" parTransId="{DA4B416E-867E-4498-B4F5-FFFFB6B8527F}" sibTransId="{FB94212E-A001-464A-894C-6A590AECB6F0}"/>
    <dgm:cxn modelId="{A68AF48E-1706-43D7-919E-FBEC02111E41}" srcId="{C2DC53EE-2909-4117-A4B0-24F3ECCEAAEB}" destId="{68E7464D-5B96-4BED-A905-168AA13269C0}" srcOrd="2" destOrd="0" parTransId="{86993D53-D8CB-4BBC-8C40-A402677C0431}" sibTransId="{F3ABB4E7-DAD1-44C9-8A8C-0753E1B58620}"/>
    <dgm:cxn modelId="{586DDE9B-D485-42E5-BEAA-1E98ED024D67}" type="presOf" srcId="{9AB930B8-ED31-45D2-941B-FE574DC7087B}" destId="{6C061088-128C-4507-B36E-461FF39F14B8}" srcOrd="0" destOrd="0" presId="urn:microsoft.com/office/officeart/2005/8/layout/vList5"/>
    <dgm:cxn modelId="{C166A8C4-3B30-46F1-A749-E6212B67A647}" type="presOf" srcId="{22388DD6-E541-4D12-B2E4-FEA281AAA869}" destId="{E3781ABB-957F-41C0-8006-30E4671516D0}" srcOrd="0" destOrd="0" presId="urn:microsoft.com/office/officeart/2005/8/layout/vList5"/>
    <dgm:cxn modelId="{88072CCA-7D7A-4D1B-AC3A-F2E884214246}" srcId="{FCB504A3-5916-4519-BC64-702151E32310}" destId="{06174967-2FA8-41BC-98C7-8CB20FBC1A82}" srcOrd="1" destOrd="0" parTransId="{105214E7-F855-4854-BCC2-47900648F30B}" sibTransId="{832A22A3-A940-4115-A3A1-3E17CA42EAAB}"/>
    <dgm:cxn modelId="{89D0C7D2-1B47-4CA2-B73A-41DF494F945A}" type="presOf" srcId="{C2DC53EE-2909-4117-A4B0-24F3ECCEAAEB}" destId="{3D16B4CE-8F26-43C3-8712-F062FFA6C285}" srcOrd="0" destOrd="0" presId="urn:microsoft.com/office/officeart/2005/8/layout/vList5"/>
    <dgm:cxn modelId="{8BCCC9D2-595F-4445-B42F-B22988BBDFE6}" srcId="{C2DC53EE-2909-4117-A4B0-24F3ECCEAAEB}" destId="{FCB504A3-5916-4519-BC64-702151E32310}" srcOrd="0" destOrd="0" parTransId="{635BC125-5034-4AB0-BCEB-2D36FEEAC300}" sibTransId="{9694359D-6425-4A37-BB11-F6E8FBCD7BE1}"/>
    <dgm:cxn modelId="{3C127DD5-69FA-44BD-96BB-AD158BEF64F7}" srcId="{C2DC53EE-2909-4117-A4B0-24F3ECCEAAEB}" destId="{22388DD6-E541-4D12-B2E4-FEA281AAA869}" srcOrd="1" destOrd="0" parTransId="{F64B643A-F733-4582-90F8-6BB15AB7CDAD}" sibTransId="{A9D082EE-4C7B-49A0-A68A-950C9D6A8ADC}"/>
    <dgm:cxn modelId="{EA1376D6-4D8B-47C2-A603-09BD4E4570BD}" type="presOf" srcId="{06174967-2FA8-41BC-98C7-8CB20FBC1A82}" destId="{B160FE72-0470-42A6-91E0-678034B6203B}" srcOrd="0" destOrd="1" presId="urn:microsoft.com/office/officeart/2005/8/layout/vList5"/>
    <dgm:cxn modelId="{F56249D7-7525-4979-9169-94EBAF1252C9}" type="presOf" srcId="{BBC3FF8B-92F2-425B-9B06-B5392AC241B8}" destId="{D429B23E-7DF9-47AC-B59F-6C9F5B3960AF}" srcOrd="0" destOrd="0" presId="urn:microsoft.com/office/officeart/2005/8/layout/vList5"/>
    <dgm:cxn modelId="{6DC8D7EC-4061-4E9F-9BA7-6538055C2FB0}" type="presOf" srcId="{FCB504A3-5916-4519-BC64-702151E32310}" destId="{991BA73D-C1D4-40D1-B2BE-D812142E40FA}" srcOrd="0" destOrd="0" presId="urn:microsoft.com/office/officeart/2005/8/layout/vList5"/>
    <dgm:cxn modelId="{C4D8C4F2-7748-4C1E-861E-ED0CDAE97609}" type="presOf" srcId="{68E7464D-5B96-4BED-A905-168AA13269C0}" destId="{38724C48-E134-4DE7-8DD2-7B5626EAF474}" srcOrd="0" destOrd="0" presId="urn:microsoft.com/office/officeart/2005/8/layout/vList5"/>
    <dgm:cxn modelId="{A19B2D6B-4EBE-4BCE-A79A-B41A7637C239}" type="presParOf" srcId="{3D16B4CE-8F26-43C3-8712-F062FFA6C285}" destId="{2185FD18-938D-45FD-81E3-8F001FFA6FE5}" srcOrd="0" destOrd="0" presId="urn:microsoft.com/office/officeart/2005/8/layout/vList5"/>
    <dgm:cxn modelId="{B7CE0582-DB16-468A-9BD6-7369AA01825D}" type="presParOf" srcId="{2185FD18-938D-45FD-81E3-8F001FFA6FE5}" destId="{991BA73D-C1D4-40D1-B2BE-D812142E40FA}" srcOrd="0" destOrd="0" presId="urn:microsoft.com/office/officeart/2005/8/layout/vList5"/>
    <dgm:cxn modelId="{A728654F-10DC-45B1-9703-896BC337F849}" type="presParOf" srcId="{2185FD18-938D-45FD-81E3-8F001FFA6FE5}" destId="{B160FE72-0470-42A6-91E0-678034B6203B}" srcOrd="1" destOrd="0" presId="urn:microsoft.com/office/officeart/2005/8/layout/vList5"/>
    <dgm:cxn modelId="{00EAFD25-9332-4DA6-9301-11BE29B86B1C}" type="presParOf" srcId="{3D16B4CE-8F26-43C3-8712-F062FFA6C285}" destId="{A9DC975D-4A16-4E3B-BC1E-B80131157B7C}" srcOrd="1" destOrd="0" presId="urn:microsoft.com/office/officeart/2005/8/layout/vList5"/>
    <dgm:cxn modelId="{9C40BE00-5802-4750-AB15-45123B0E0FA9}" type="presParOf" srcId="{3D16B4CE-8F26-43C3-8712-F062FFA6C285}" destId="{B4C349E0-C81A-48D7-9902-7DF707AE2303}" srcOrd="2" destOrd="0" presId="urn:microsoft.com/office/officeart/2005/8/layout/vList5"/>
    <dgm:cxn modelId="{C839EE3A-83C0-4CE8-8617-F29F303E06C9}" type="presParOf" srcId="{B4C349E0-C81A-48D7-9902-7DF707AE2303}" destId="{E3781ABB-957F-41C0-8006-30E4671516D0}" srcOrd="0" destOrd="0" presId="urn:microsoft.com/office/officeart/2005/8/layout/vList5"/>
    <dgm:cxn modelId="{C990AEEB-8E6F-489D-9086-3017BE5A6372}" type="presParOf" srcId="{B4C349E0-C81A-48D7-9902-7DF707AE2303}" destId="{6C061088-128C-4507-B36E-461FF39F14B8}" srcOrd="1" destOrd="0" presId="urn:microsoft.com/office/officeart/2005/8/layout/vList5"/>
    <dgm:cxn modelId="{FADEA64B-3A54-4A8B-87AC-3D542BF850AE}" type="presParOf" srcId="{3D16B4CE-8F26-43C3-8712-F062FFA6C285}" destId="{43C8008D-B2CD-417B-9254-24229A198710}" srcOrd="3" destOrd="0" presId="urn:microsoft.com/office/officeart/2005/8/layout/vList5"/>
    <dgm:cxn modelId="{BC05431F-0400-44C2-BB4F-6507CCF239C4}" type="presParOf" srcId="{3D16B4CE-8F26-43C3-8712-F062FFA6C285}" destId="{3D5882C8-6FA6-47C6-A9AC-DC3D99ADB084}" srcOrd="4" destOrd="0" presId="urn:microsoft.com/office/officeart/2005/8/layout/vList5"/>
    <dgm:cxn modelId="{45FF0AF0-9A51-4593-9AA6-57B99925E308}" type="presParOf" srcId="{3D5882C8-6FA6-47C6-A9AC-DC3D99ADB084}" destId="{38724C48-E134-4DE7-8DD2-7B5626EAF474}" srcOrd="0" destOrd="0" presId="urn:microsoft.com/office/officeart/2005/8/layout/vList5"/>
    <dgm:cxn modelId="{079761D1-DDCD-4D3F-B365-7743C088A26A}" type="presParOf" srcId="{3D5882C8-6FA6-47C6-A9AC-DC3D99ADB084}" destId="{D429B23E-7DF9-47AC-B59F-6C9F5B3960A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DC53EE-2909-4117-A4B0-24F3ECCEAAE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B4793DB-5FCF-4D16-B287-2B2F221FFC51}">
      <dgm:prSet phldrT="[Texte]" phldr="0" custT="1"/>
      <dgm:spPr/>
      <dgm:t>
        <a:bodyPr/>
        <a:lstStyle/>
        <a:p>
          <a:r>
            <a:rPr lang="fr-FR" sz="1200">
              <a:latin typeface="Montserrat" panose="00000500000000000000" pitchFamily="2" charset="0"/>
            </a:rPr>
            <a:t>Métriques</a:t>
          </a:r>
          <a:endParaRPr lang="fr-FR" sz="1200" dirty="0">
            <a:latin typeface="Montserrat" panose="00000500000000000000" pitchFamily="2" charset="0"/>
          </a:endParaRPr>
        </a:p>
      </dgm:t>
    </dgm:pt>
    <dgm:pt modelId="{11784474-E459-4D5B-A39C-0F48BEB771A4}" type="parTrans" cxnId="{15C5F61F-D03C-44C9-8B29-70BAD88CF4A5}">
      <dgm:prSet/>
      <dgm:spPr/>
      <dgm:t>
        <a:bodyPr/>
        <a:lstStyle/>
        <a:p>
          <a:endParaRPr lang="fr-FR" sz="1200"/>
        </a:p>
      </dgm:t>
    </dgm:pt>
    <dgm:pt modelId="{798EA439-BE9F-4B4A-B034-31EEF5D13ACC}" type="sibTrans" cxnId="{15C5F61F-D03C-44C9-8B29-70BAD88CF4A5}">
      <dgm:prSet/>
      <dgm:spPr/>
      <dgm:t>
        <a:bodyPr/>
        <a:lstStyle/>
        <a:p>
          <a:endParaRPr lang="fr-FR" sz="1200"/>
        </a:p>
      </dgm:t>
    </dgm:pt>
    <dgm:pt modelId="{317E528B-E512-48A2-9E0C-3674616D1ED0}">
      <dgm:prSet phldrT="[Texte]" phldr="0" custT="1"/>
      <dgm:spPr/>
      <dgm:t>
        <a:bodyPr/>
        <a:lstStyle/>
        <a:p>
          <a:r>
            <a:rPr lang="fr-FR" sz="1200" dirty="0">
              <a:latin typeface="Montserrat" panose="00000500000000000000" pitchFamily="2" charset="0"/>
            </a:rPr>
            <a:t>Répartition</a:t>
          </a:r>
        </a:p>
      </dgm:t>
    </dgm:pt>
    <dgm:pt modelId="{030424EA-A978-4882-8030-4D3B9F767550}" type="sibTrans" cxnId="{B8810C4F-9767-48CC-9A14-83FA9E969F42}">
      <dgm:prSet/>
      <dgm:spPr/>
      <dgm:t>
        <a:bodyPr/>
        <a:lstStyle/>
        <a:p>
          <a:endParaRPr lang="fr-FR" sz="1200"/>
        </a:p>
      </dgm:t>
    </dgm:pt>
    <dgm:pt modelId="{50854AF3-6CE5-4BAD-AB56-778648A4AB02}" type="parTrans" cxnId="{B8810C4F-9767-48CC-9A14-83FA9E969F42}">
      <dgm:prSet/>
      <dgm:spPr/>
      <dgm:t>
        <a:bodyPr/>
        <a:lstStyle/>
        <a:p>
          <a:endParaRPr lang="fr-FR" sz="1200"/>
        </a:p>
      </dgm:t>
    </dgm:pt>
    <dgm:pt modelId="{58F07211-E726-4CA2-914B-7A04739AFFAC}">
      <dgm:prSet phldrT="[Texte]" phldr="0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1200" b="1" dirty="0">
              <a:solidFill>
                <a:srgbClr val="002060"/>
              </a:solidFill>
              <a:latin typeface="Montserrat" panose="00000500000000000000" pitchFamily="2" charset="0"/>
            </a:rPr>
            <a:t>75,3% non-fraude</a:t>
          </a:r>
        </a:p>
      </dgm:t>
    </dgm:pt>
    <dgm:pt modelId="{93B96EBA-5DF7-472A-9437-B12D868A25E0}" type="sibTrans" cxnId="{67A7DE87-88F8-455D-82D7-8BAB3DFA6B7F}">
      <dgm:prSet/>
      <dgm:spPr/>
      <dgm:t>
        <a:bodyPr/>
        <a:lstStyle/>
        <a:p>
          <a:endParaRPr lang="fr-FR" sz="1200"/>
        </a:p>
      </dgm:t>
    </dgm:pt>
    <dgm:pt modelId="{F1464F5B-5C6B-4E58-A1C2-83B09C17806C}" type="parTrans" cxnId="{67A7DE87-88F8-455D-82D7-8BAB3DFA6B7F}">
      <dgm:prSet/>
      <dgm:spPr/>
      <dgm:t>
        <a:bodyPr/>
        <a:lstStyle/>
        <a:p>
          <a:endParaRPr lang="fr-FR" sz="1200"/>
        </a:p>
      </dgm:t>
    </dgm:pt>
    <dgm:pt modelId="{6AFF33D3-2D99-4106-BA07-B8EF7473B0D9}">
      <dgm:prSet phldrT="[Texte]" phldr="0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1200" b="1" dirty="0">
              <a:solidFill>
                <a:srgbClr val="002060"/>
              </a:solidFill>
              <a:latin typeface="Montserrat" panose="00000500000000000000" pitchFamily="2" charset="0"/>
            </a:rPr>
            <a:t>24.7% fraude</a:t>
          </a:r>
        </a:p>
      </dgm:t>
    </dgm:pt>
    <dgm:pt modelId="{73FC09B5-C072-4C6A-99D1-F7D229513570}" type="sibTrans" cxnId="{0340CF41-DCC7-4235-AB1A-AC0800991FDD}">
      <dgm:prSet/>
      <dgm:spPr/>
      <dgm:t>
        <a:bodyPr/>
        <a:lstStyle/>
        <a:p>
          <a:endParaRPr lang="fr-FR" sz="1200"/>
        </a:p>
      </dgm:t>
    </dgm:pt>
    <dgm:pt modelId="{6CD9B559-747C-42FC-9997-0E7BE7F84751}" type="parTrans" cxnId="{0340CF41-DCC7-4235-AB1A-AC0800991FDD}">
      <dgm:prSet/>
      <dgm:spPr/>
      <dgm:t>
        <a:bodyPr/>
        <a:lstStyle/>
        <a:p>
          <a:endParaRPr lang="fr-FR" sz="1200"/>
        </a:p>
      </dgm:t>
    </dgm:pt>
    <dgm:pt modelId="{EBE4CDBD-C107-4BD6-BBB3-7C0B79467B1A}">
      <dgm:prSet phldrT="[Texte]" phldr="0" custT="1"/>
      <dgm:spPr>
        <a:solidFill>
          <a:srgbClr val="9176B4">
            <a:alpha val="90000"/>
          </a:srgbClr>
        </a:solidFill>
      </dgm:spPr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Le déséquilibre de classes justifie l’usage du </a:t>
          </a: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Recall</a:t>
          </a:r>
          <a:r>
            <a:rPr lang="fr-FR" sz="12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, du </a:t>
          </a: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F1-score</a:t>
          </a:r>
          <a:r>
            <a:rPr lang="fr-FR" sz="12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 et du </a:t>
          </a: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ROC-AUC</a:t>
          </a:r>
        </a:p>
      </dgm:t>
    </dgm:pt>
    <dgm:pt modelId="{04C2099A-5A24-4C87-917B-1D1B9620CDA2}" type="parTrans" cxnId="{A96DE046-08D8-4C8B-8558-F5BA2F940C68}">
      <dgm:prSet/>
      <dgm:spPr/>
      <dgm:t>
        <a:bodyPr/>
        <a:lstStyle/>
        <a:p>
          <a:endParaRPr lang="fr-FR" sz="1200"/>
        </a:p>
      </dgm:t>
    </dgm:pt>
    <dgm:pt modelId="{FC6D9786-0B2E-4A22-B067-D5F30A1957FC}" type="sibTrans" cxnId="{A96DE046-08D8-4C8B-8558-F5BA2F940C68}">
      <dgm:prSet/>
      <dgm:spPr/>
      <dgm:t>
        <a:bodyPr/>
        <a:lstStyle/>
        <a:p>
          <a:endParaRPr lang="fr-FR" sz="1200"/>
        </a:p>
      </dgm:t>
    </dgm:pt>
    <dgm:pt modelId="{3D16B4CE-8F26-43C3-8712-F062FFA6C285}" type="pres">
      <dgm:prSet presAssocID="{C2DC53EE-2909-4117-A4B0-24F3ECCEAAEB}" presName="Name0" presStyleCnt="0">
        <dgm:presLayoutVars>
          <dgm:dir/>
          <dgm:animLvl val="lvl"/>
          <dgm:resizeHandles val="exact"/>
        </dgm:presLayoutVars>
      </dgm:prSet>
      <dgm:spPr/>
    </dgm:pt>
    <dgm:pt modelId="{0C914C04-C6B8-4423-A8BB-A300E403C700}" type="pres">
      <dgm:prSet presAssocID="{317E528B-E512-48A2-9E0C-3674616D1ED0}" presName="linNode" presStyleCnt="0"/>
      <dgm:spPr/>
    </dgm:pt>
    <dgm:pt modelId="{976FF960-1312-493F-B243-01521EFF104E}" type="pres">
      <dgm:prSet presAssocID="{317E528B-E512-48A2-9E0C-3674616D1ED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A838AE7-7EA1-4EC5-9534-3A0D36A17B9F}" type="pres">
      <dgm:prSet presAssocID="{317E528B-E512-48A2-9E0C-3674616D1ED0}" presName="descendantText" presStyleLbl="alignAccFollowNode1" presStyleIdx="0" presStyleCnt="2">
        <dgm:presLayoutVars>
          <dgm:bulletEnabled val="1"/>
        </dgm:presLayoutVars>
      </dgm:prSet>
      <dgm:spPr/>
    </dgm:pt>
    <dgm:pt modelId="{418300D3-85CB-4751-A3E7-FE1058A8821B}" type="pres">
      <dgm:prSet presAssocID="{030424EA-A978-4882-8030-4D3B9F767550}" presName="sp" presStyleCnt="0"/>
      <dgm:spPr/>
    </dgm:pt>
    <dgm:pt modelId="{C7C3F88F-230C-4DF5-A831-27AFE9947ACB}" type="pres">
      <dgm:prSet presAssocID="{AB4793DB-5FCF-4D16-B287-2B2F221FFC51}" presName="linNode" presStyleCnt="0"/>
      <dgm:spPr/>
    </dgm:pt>
    <dgm:pt modelId="{0938C81B-741A-4D5B-9091-8C567D807C1B}" type="pres">
      <dgm:prSet presAssocID="{AB4793DB-5FCF-4D16-B287-2B2F221FFC5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7DFE464-49FF-4255-B004-4BC39B7F9D4A}" type="pres">
      <dgm:prSet presAssocID="{AB4793DB-5FCF-4D16-B287-2B2F221FFC5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5C5F61F-D03C-44C9-8B29-70BAD88CF4A5}" srcId="{C2DC53EE-2909-4117-A4B0-24F3ECCEAAEB}" destId="{AB4793DB-5FCF-4D16-B287-2B2F221FFC51}" srcOrd="1" destOrd="0" parTransId="{11784474-E459-4D5B-A39C-0F48BEB771A4}" sibTransId="{798EA439-BE9F-4B4A-B034-31EEF5D13ACC}"/>
    <dgm:cxn modelId="{FCB21124-9913-4465-8A7A-964FA8E96790}" type="presOf" srcId="{EBE4CDBD-C107-4BD6-BBB3-7C0B79467B1A}" destId="{C7DFE464-49FF-4255-B004-4BC39B7F9D4A}" srcOrd="0" destOrd="0" presId="urn:microsoft.com/office/officeart/2005/8/layout/vList5"/>
    <dgm:cxn modelId="{0340CF41-DCC7-4235-AB1A-AC0800991FDD}" srcId="{317E528B-E512-48A2-9E0C-3674616D1ED0}" destId="{6AFF33D3-2D99-4106-BA07-B8EF7473B0D9}" srcOrd="1" destOrd="0" parTransId="{6CD9B559-747C-42FC-9997-0E7BE7F84751}" sibTransId="{73FC09B5-C072-4C6A-99D1-F7D229513570}"/>
    <dgm:cxn modelId="{A96DE046-08D8-4C8B-8558-F5BA2F940C68}" srcId="{AB4793DB-5FCF-4D16-B287-2B2F221FFC51}" destId="{EBE4CDBD-C107-4BD6-BBB3-7C0B79467B1A}" srcOrd="0" destOrd="0" parTransId="{04C2099A-5A24-4C87-917B-1D1B9620CDA2}" sibTransId="{FC6D9786-0B2E-4A22-B067-D5F30A1957FC}"/>
    <dgm:cxn modelId="{B8810C4F-9767-48CC-9A14-83FA9E969F42}" srcId="{C2DC53EE-2909-4117-A4B0-24F3ECCEAAEB}" destId="{317E528B-E512-48A2-9E0C-3674616D1ED0}" srcOrd="0" destOrd="0" parTransId="{50854AF3-6CE5-4BAD-AB56-778648A4AB02}" sibTransId="{030424EA-A978-4882-8030-4D3B9F767550}"/>
    <dgm:cxn modelId="{9F324F57-CF9D-4FE7-B219-A92E90961FC7}" type="presOf" srcId="{AB4793DB-5FCF-4D16-B287-2B2F221FFC51}" destId="{0938C81B-741A-4D5B-9091-8C567D807C1B}" srcOrd="0" destOrd="0" presId="urn:microsoft.com/office/officeart/2005/8/layout/vList5"/>
    <dgm:cxn modelId="{67A7DE87-88F8-455D-82D7-8BAB3DFA6B7F}" srcId="{317E528B-E512-48A2-9E0C-3674616D1ED0}" destId="{58F07211-E726-4CA2-914B-7A04739AFFAC}" srcOrd="0" destOrd="0" parTransId="{F1464F5B-5C6B-4E58-A1C2-83B09C17806C}" sibTransId="{93B96EBA-5DF7-472A-9437-B12D868A25E0}"/>
    <dgm:cxn modelId="{E003A3C9-737F-4A7E-B26A-1802F5DF1974}" type="presOf" srcId="{6AFF33D3-2D99-4106-BA07-B8EF7473B0D9}" destId="{CA838AE7-7EA1-4EC5-9534-3A0D36A17B9F}" srcOrd="0" destOrd="1" presId="urn:microsoft.com/office/officeart/2005/8/layout/vList5"/>
    <dgm:cxn modelId="{89D0C7D2-1B47-4CA2-B73A-41DF494F945A}" type="presOf" srcId="{C2DC53EE-2909-4117-A4B0-24F3ECCEAAEB}" destId="{3D16B4CE-8F26-43C3-8712-F062FFA6C285}" srcOrd="0" destOrd="0" presId="urn:microsoft.com/office/officeart/2005/8/layout/vList5"/>
    <dgm:cxn modelId="{003BE3F9-E8E5-48CC-BADE-7B4842A9CBF7}" type="presOf" srcId="{317E528B-E512-48A2-9E0C-3674616D1ED0}" destId="{976FF960-1312-493F-B243-01521EFF104E}" srcOrd="0" destOrd="0" presId="urn:microsoft.com/office/officeart/2005/8/layout/vList5"/>
    <dgm:cxn modelId="{109829FE-EC12-4C1D-BC47-99C77A14F1C9}" type="presOf" srcId="{58F07211-E726-4CA2-914B-7A04739AFFAC}" destId="{CA838AE7-7EA1-4EC5-9534-3A0D36A17B9F}" srcOrd="0" destOrd="0" presId="urn:microsoft.com/office/officeart/2005/8/layout/vList5"/>
    <dgm:cxn modelId="{17FBDBEE-92E8-4AE0-A2E7-ACDF3ECE9B55}" type="presParOf" srcId="{3D16B4CE-8F26-43C3-8712-F062FFA6C285}" destId="{0C914C04-C6B8-4423-A8BB-A300E403C700}" srcOrd="0" destOrd="0" presId="urn:microsoft.com/office/officeart/2005/8/layout/vList5"/>
    <dgm:cxn modelId="{A3F7C046-A82E-4DAA-A543-2533A2D78CDA}" type="presParOf" srcId="{0C914C04-C6B8-4423-A8BB-A300E403C700}" destId="{976FF960-1312-493F-B243-01521EFF104E}" srcOrd="0" destOrd="0" presId="urn:microsoft.com/office/officeart/2005/8/layout/vList5"/>
    <dgm:cxn modelId="{66A2CB63-7992-4EEB-9FAC-D677F175CB91}" type="presParOf" srcId="{0C914C04-C6B8-4423-A8BB-A300E403C700}" destId="{CA838AE7-7EA1-4EC5-9534-3A0D36A17B9F}" srcOrd="1" destOrd="0" presId="urn:microsoft.com/office/officeart/2005/8/layout/vList5"/>
    <dgm:cxn modelId="{0CFDD4D7-33D7-494A-AF61-A78F942359C5}" type="presParOf" srcId="{3D16B4CE-8F26-43C3-8712-F062FFA6C285}" destId="{418300D3-85CB-4751-A3E7-FE1058A8821B}" srcOrd="1" destOrd="0" presId="urn:microsoft.com/office/officeart/2005/8/layout/vList5"/>
    <dgm:cxn modelId="{FC2DE05C-08C5-4E60-BFCD-824DABB12330}" type="presParOf" srcId="{3D16B4CE-8F26-43C3-8712-F062FFA6C285}" destId="{C7C3F88F-230C-4DF5-A831-27AFE9947ACB}" srcOrd="2" destOrd="0" presId="urn:microsoft.com/office/officeart/2005/8/layout/vList5"/>
    <dgm:cxn modelId="{E6372796-D73C-458A-A944-43D11E69B045}" type="presParOf" srcId="{C7C3F88F-230C-4DF5-A831-27AFE9947ACB}" destId="{0938C81B-741A-4D5B-9091-8C567D807C1B}" srcOrd="0" destOrd="0" presId="urn:microsoft.com/office/officeart/2005/8/layout/vList5"/>
    <dgm:cxn modelId="{1A133D06-ABD4-4A3B-9766-B6A076539DA7}" type="presParOf" srcId="{C7C3F88F-230C-4DF5-A831-27AFE9947ACB}" destId="{C7DFE464-49FF-4255-B004-4BC39B7F9D4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39D49D-3DC3-4024-8957-7685419A5EB0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43BBA2-92C5-4D2F-B950-0DA72C23CB68}">
      <dgm:prSet phldrT="[Texte]" phldr="0" custT="1"/>
      <dgm:spPr/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Les variables les plus informatives</a:t>
          </a:r>
        </a:p>
      </dgm:t>
    </dgm:pt>
    <dgm:pt modelId="{A654AB83-6170-4899-88EE-76E703C95AFA}" type="par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FA370097-0DBD-4883-999D-48D8297D273F}" type="sib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5D7D1B27-43B1-4696-8590-C56942CCDC9D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les caractéristiques du sinistre</a:t>
          </a:r>
        </a:p>
      </dgm:t>
    </dgm:pt>
    <dgm:pt modelId="{1D7C8772-EB62-44E8-9E17-4304759B8DB0}" type="parTrans" cxnId="{19A91B6A-A948-4DEA-81BD-EF2D4CD7462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CE8E33E5-CDD5-4431-B4A7-0DDEB702049E}" type="sibTrans" cxnId="{19A91B6A-A948-4DEA-81BD-EF2D4CD7462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93BBE539-3981-4AD8-AE7D-98C9ADF9D4C3}">
      <dgm:prSet phldrT="[Texte]" custT="1"/>
      <dgm:spPr/>
      <dgm:t>
        <a:bodyPr/>
        <a:lstStyle/>
        <a:p>
          <a:pPr>
            <a:buNone/>
          </a:pPr>
          <a:r>
            <a:rPr lang="fr-FR" sz="900" dirty="0">
              <a:latin typeface="Montserrat" panose="00000500000000000000" pitchFamily="2" charset="0"/>
            </a:rPr>
            <a:t>la variable catégorielle la plus discriminante</a:t>
          </a:r>
        </a:p>
      </dgm:t>
    </dgm:pt>
    <dgm:pt modelId="{EACBF150-9D74-433F-ABEE-10067FFD0F8F}" type="parTrans" cxnId="{54D444C1-FEC0-472A-9BB2-7439FF5C0CF4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5B68ED9B-1567-4BEA-AACF-B13ECA82B694}" type="sibTrans" cxnId="{54D444C1-FEC0-472A-9BB2-7439FF5C0CF4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A1EE73EA-C29E-467F-B5C5-8516C1B00C60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900" b="0" i="1" dirty="0">
              <a:latin typeface="Montserrat" panose="00000500000000000000" pitchFamily="2" charset="0"/>
            </a:rPr>
            <a:t>‘incident_severity’ </a:t>
          </a:r>
        </a:p>
      </dgm:t>
    </dgm:pt>
    <dgm:pt modelId="{0FAF6CD0-20DE-484B-8091-E402CC9172F0}" type="parTrans" cxnId="{08F64B01-F973-4139-A062-45C5B1DC513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32007A30-45EB-4E72-B335-190089178B08}" type="sibTrans" cxnId="{08F64B01-F973-4139-A062-45C5B1DC513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84145CF4-A2B2-4D56-9677-FF1BA2C36A5B}">
      <dgm:prSet phldrT="[Texte]" custT="1"/>
      <dgm:spPr/>
      <dgm:t>
        <a:bodyPr/>
        <a:lstStyle/>
        <a:p>
          <a:pPr algn="ctr">
            <a:buNone/>
          </a:pPr>
          <a:r>
            <a:rPr lang="fr-FR" sz="900" dirty="0">
              <a:latin typeface="Montserrat" panose="00000500000000000000" pitchFamily="2" charset="0"/>
            </a:rPr>
            <a:t>Les signaux numériques importants.</a:t>
          </a:r>
        </a:p>
      </dgm:t>
    </dgm:pt>
    <dgm:pt modelId="{26561CE1-B829-4CF1-9050-AE61012F5C1E}" type="parTrans" cxnId="{4E363479-17C6-44F1-B48D-A1AE4884681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933CEA97-137E-45CF-B0B7-405AD02B1364}" type="sibTrans" cxnId="{4E363479-17C6-44F1-B48D-A1AE4884681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A19F94CB-226F-49FE-9313-10ECFF81A779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900" b="0" i="1" dirty="0">
              <a:latin typeface="Montserrat" panose="00000500000000000000" pitchFamily="2" charset="0"/>
            </a:rPr>
            <a:t>‘total_claim_amount’ </a:t>
          </a:r>
          <a:r>
            <a:rPr lang="fr-FR" sz="900" b="0" dirty="0">
              <a:latin typeface="Montserrat" panose="00000500000000000000" pitchFamily="2" charset="0"/>
            </a:rPr>
            <a:t>et </a:t>
          </a:r>
          <a:r>
            <a:rPr lang="fr-FR" sz="900" b="0" i="1" dirty="0">
              <a:latin typeface="Montserrat" panose="00000500000000000000" pitchFamily="2" charset="0"/>
            </a:rPr>
            <a:t>‘</a:t>
          </a:r>
          <a:r>
            <a:rPr lang="fr-FR" sz="900" b="0" i="1" dirty="0" err="1">
              <a:latin typeface="Montserrat" panose="00000500000000000000" pitchFamily="2" charset="0"/>
            </a:rPr>
            <a:t>vehicle_claim</a:t>
          </a:r>
          <a:r>
            <a:rPr lang="fr-FR" sz="900" b="0" i="1" dirty="0">
              <a:latin typeface="Montserrat" panose="00000500000000000000" pitchFamily="2" charset="0"/>
            </a:rPr>
            <a:t>’ </a:t>
          </a:r>
        </a:p>
      </dgm:t>
    </dgm:pt>
    <dgm:pt modelId="{63936540-0C86-460A-8E47-06D92D84FA1F}" type="parTrans" cxnId="{88C391B0-3F67-47AA-8827-E939685D616E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6D300784-1146-4A65-B447-D39B3DB62FB4}" type="sibTrans" cxnId="{88C391B0-3F67-47AA-8827-E939685D616E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1E8A11DF-1F0E-4ED0-A491-B282E9FE3694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les montants réclamés</a:t>
          </a:r>
        </a:p>
      </dgm:t>
    </dgm:pt>
    <dgm:pt modelId="{2B07F9F3-19CE-4A24-886B-0954556012FE}" type="parTrans" cxnId="{94D27C71-9219-403E-93A2-53C7811CEC2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DD211157-D47C-4595-A043-34641079BC2A}" type="sibTrans" cxnId="{94D27C71-9219-403E-93A2-53C7811CEC2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7208BE45-DBDE-4B60-BF8F-F67499E762DE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r>
            <a:rPr lang="fr-FR" sz="900">
              <a:latin typeface="Montserrat" panose="00000500000000000000" pitchFamily="2" charset="0"/>
            </a:rPr>
            <a:t>certaines variables contextuelles</a:t>
          </a:r>
          <a:endParaRPr lang="fr-FR" sz="900" dirty="0">
            <a:latin typeface="Montserrat" panose="00000500000000000000" pitchFamily="2" charset="0"/>
          </a:endParaRPr>
        </a:p>
      </dgm:t>
    </dgm:pt>
    <dgm:pt modelId="{ED3188EE-A68A-497B-BBE8-0CF0496969BA}" type="parTrans" cxnId="{0B8064CB-1392-4442-BDEA-99B407AFC48C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997E8D36-93C8-4B86-B48F-4066D90F8157}" type="sibTrans" cxnId="{0B8064CB-1392-4442-BDEA-99B407AFC48C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8ED584CD-9109-42BC-8606-93F28B7EABC7}" type="pres">
      <dgm:prSet presAssocID="{7439D49D-3DC3-4024-8957-7685419A5EB0}" presName="Name0" presStyleCnt="0">
        <dgm:presLayoutVars>
          <dgm:dir/>
          <dgm:animLvl val="lvl"/>
          <dgm:resizeHandles val="exact"/>
        </dgm:presLayoutVars>
      </dgm:prSet>
      <dgm:spPr/>
    </dgm:pt>
    <dgm:pt modelId="{4B9BC963-5C3A-424B-8045-B655EDC021EA}" type="pres">
      <dgm:prSet presAssocID="{3C43BBA2-92C5-4D2F-B950-0DA72C23CB68}" presName="linNode" presStyleCnt="0"/>
      <dgm:spPr/>
    </dgm:pt>
    <dgm:pt modelId="{AA612524-B471-43D1-9132-458E6EDF0646}" type="pres">
      <dgm:prSet presAssocID="{3C43BBA2-92C5-4D2F-B950-0DA72C23CB6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B3DFFA1-4AEF-432B-AC3E-CD48AB03CE2E}" type="pres">
      <dgm:prSet presAssocID="{3C43BBA2-92C5-4D2F-B950-0DA72C23CB68}" presName="descendantText" presStyleLbl="alignAccFollowNode1" presStyleIdx="0" presStyleCnt="3">
        <dgm:presLayoutVars>
          <dgm:bulletEnabled val="1"/>
        </dgm:presLayoutVars>
      </dgm:prSet>
      <dgm:spPr/>
    </dgm:pt>
    <dgm:pt modelId="{39979C2A-900F-4BAB-9BA3-A326D315B6F2}" type="pres">
      <dgm:prSet presAssocID="{FA370097-0DBD-4883-999D-48D8297D273F}" presName="sp" presStyleCnt="0"/>
      <dgm:spPr/>
    </dgm:pt>
    <dgm:pt modelId="{61AF6C8E-E37A-4759-A5C0-674A274011FF}" type="pres">
      <dgm:prSet presAssocID="{93BBE539-3981-4AD8-AE7D-98C9ADF9D4C3}" presName="linNode" presStyleCnt="0"/>
      <dgm:spPr/>
    </dgm:pt>
    <dgm:pt modelId="{B6BA699C-340C-4C7F-95F7-2D4884841311}" type="pres">
      <dgm:prSet presAssocID="{93BBE539-3981-4AD8-AE7D-98C9ADF9D4C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035A67E-DED7-4F14-8D13-FA50549CE870}" type="pres">
      <dgm:prSet presAssocID="{93BBE539-3981-4AD8-AE7D-98C9ADF9D4C3}" presName="descendantText" presStyleLbl="alignAccFollowNode1" presStyleIdx="1" presStyleCnt="3">
        <dgm:presLayoutVars>
          <dgm:bulletEnabled val="1"/>
        </dgm:presLayoutVars>
      </dgm:prSet>
      <dgm:spPr/>
    </dgm:pt>
    <dgm:pt modelId="{CC9F987A-3E74-42DD-BE37-F56FD1D2E8A0}" type="pres">
      <dgm:prSet presAssocID="{5B68ED9B-1567-4BEA-AACF-B13ECA82B694}" presName="sp" presStyleCnt="0"/>
      <dgm:spPr/>
    </dgm:pt>
    <dgm:pt modelId="{4B1D22EF-3948-4559-8B20-6FF5F7F6D976}" type="pres">
      <dgm:prSet presAssocID="{84145CF4-A2B2-4D56-9677-FF1BA2C36A5B}" presName="linNode" presStyleCnt="0"/>
      <dgm:spPr/>
    </dgm:pt>
    <dgm:pt modelId="{AB07F603-F1AA-45FA-B175-596B60532B52}" type="pres">
      <dgm:prSet presAssocID="{84145CF4-A2B2-4D56-9677-FF1BA2C36A5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949FB77-3330-4F19-98E3-23F9A93D21FC}" type="pres">
      <dgm:prSet presAssocID="{84145CF4-A2B2-4D56-9677-FF1BA2C36A5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8F64B01-F973-4139-A062-45C5B1DC513F}" srcId="{93BBE539-3981-4AD8-AE7D-98C9ADF9D4C3}" destId="{A1EE73EA-C29E-467F-B5C5-8516C1B00C60}" srcOrd="0" destOrd="0" parTransId="{0FAF6CD0-20DE-484B-8091-E402CC9172F0}" sibTransId="{32007A30-45EB-4E72-B335-190089178B08}"/>
    <dgm:cxn modelId="{84C77312-1190-451E-A946-11BA02DDD972}" type="presOf" srcId="{93BBE539-3981-4AD8-AE7D-98C9ADF9D4C3}" destId="{B6BA699C-340C-4C7F-95F7-2D4884841311}" srcOrd="0" destOrd="0" presId="urn:microsoft.com/office/officeart/2005/8/layout/vList5"/>
    <dgm:cxn modelId="{E01CD621-D861-4C3C-873B-4FB0EC7C931D}" type="presOf" srcId="{7439D49D-3DC3-4024-8957-7685419A5EB0}" destId="{8ED584CD-9109-42BC-8606-93F28B7EABC7}" srcOrd="0" destOrd="0" presId="urn:microsoft.com/office/officeart/2005/8/layout/vList5"/>
    <dgm:cxn modelId="{19A91B6A-A948-4DEA-81BD-EF2D4CD7462F}" srcId="{3C43BBA2-92C5-4D2F-B950-0DA72C23CB68}" destId="{5D7D1B27-43B1-4696-8590-C56942CCDC9D}" srcOrd="0" destOrd="0" parTransId="{1D7C8772-EB62-44E8-9E17-4304759B8DB0}" sibTransId="{CE8E33E5-CDD5-4431-B4A7-0DDEB702049E}"/>
    <dgm:cxn modelId="{51C54151-2FB0-4B79-82C4-AB19185AFA3B}" type="presOf" srcId="{3C43BBA2-92C5-4D2F-B950-0DA72C23CB68}" destId="{AA612524-B471-43D1-9132-458E6EDF0646}" srcOrd="0" destOrd="0" presId="urn:microsoft.com/office/officeart/2005/8/layout/vList5"/>
    <dgm:cxn modelId="{94D27C71-9219-403E-93A2-53C7811CEC22}" srcId="{3C43BBA2-92C5-4D2F-B950-0DA72C23CB68}" destId="{1E8A11DF-1F0E-4ED0-A491-B282E9FE3694}" srcOrd="1" destOrd="0" parTransId="{2B07F9F3-19CE-4A24-886B-0954556012FE}" sibTransId="{DD211157-D47C-4595-A043-34641079BC2A}"/>
    <dgm:cxn modelId="{4E363479-17C6-44F1-B48D-A1AE4884681F}" srcId="{7439D49D-3DC3-4024-8957-7685419A5EB0}" destId="{84145CF4-A2B2-4D56-9677-FF1BA2C36A5B}" srcOrd="2" destOrd="0" parTransId="{26561CE1-B829-4CF1-9050-AE61012F5C1E}" sibTransId="{933CEA97-137E-45CF-B0B7-405AD02B1364}"/>
    <dgm:cxn modelId="{81E63499-D43E-4BB0-91BF-9677145E89E0}" type="presOf" srcId="{7208BE45-DBDE-4B60-BF8F-F67499E762DE}" destId="{3B3DFFA1-4AEF-432B-AC3E-CD48AB03CE2E}" srcOrd="0" destOrd="2" presId="urn:microsoft.com/office/officeart/2005/8/layout/vList5"/>
    <dgm:cxn modelId="{88C391B0-3F67-47AA-8827-E939685D616E}" srcId="{84145CF4-A2B2-4D56-9677-FF1BA2C36A5B}" destId="{A19F94CB-226F-49FE-9313-10ECFF81A779}" srcOrd="0" destOrd="0" parTransId="{63936540-0C86-460A-8E47-06D92D84FA1F}" sibTransId="{6D300784-1146-4A65-B447-D39B3DB62FB4}"/>
    <dgm:cxn modelId="{54D444C1-FEC0-472A-9BB2-7439FF5C0CF4}" srcId="{7439D49D-3DC3-4024-8957-7685419A5EB0}" destId="{93BBE539-3981-4AD8-AE7D-98C9ADF9D4C3}" srcOrd="1" destOrd="0" parTransId="{EACBF150-9D74-433F-ABEE-10067FFD0F8F}" sibTransId="{5B68ED9B-1567-4BEA-AACF-B13ECA82B694}"/>
    <dgm:cxn modelId="{C38E88C4-348A-428F-BA94-9C348BA6BF61}" type="presOf" srcId="{A1EE73EA-C29E-467F-B5C5-8516C1B00C60}" destId="{3035A67E-DED7-4F14-8D13-FA50549CE870}" srcOrd="0" destOrd="0" presId="urn:microsoft.com/office/officeart/2005/8/layout/vList5"/>
    <dgm:cxn modelId="{28CD02C6-8AFD-4184-AB50-1D1748EB3051}" type="presOf" srcId="{5D7D1B27-43B1-4696-8590-C56942CCDC9D}" destId="{3B3DFFA1-4AEF-432B-AC3E-CD48AB03CE2E}" srcOrd="0" destOrd="0" presId="urn:microsoft.com/office/officeart/2005/8/layout/vList5"/>
    <dgm:cxn modelId="{E280B0C8-0A9B-4F74-98DF-69CE7AB0D564}" type="presOf" srcId="{A19F94CB-226F-49FE-9313-10ECFF81A779}" destId="{8949FB77-3330-4F19-98E3-23F9A93D21FC}" srcOrd="0" destOrd="0" presId="urn:microsoft.com/office/officeart/2005/8/layout/vList5"/>
    <dgm:cxn modelId="{AE486EC9-ECAE-4900-BE76-30A585224032}" srcId="{7439D49D-3DC3-4024-8957-7685419A5EB0}" destId="{3C43BBA2-92C5-4D2F-B950-0DA72C23CB68}" srcOrd="0" destOrd="0" parTransId="{A654AB83-6170-4899-88EE-76E703C95AFA}" sibTransId="{FA370097-0DBD-4883-999D-48D8297D273F}"/>
    <dgm:cxn modelId="{0B8064CB-1392-4442-BDEA-99B407AFC48C}" srcId="{3C43BBA2-92C5-4D2F-B950-0DA72C23CB68}" destId="{7208BE45-DBDE-4B60-BF8F-F67499E762DE}" srcOrd="2" destOrd="0" parTransId="{ED3188EE-A68A-497B-BBE8-0CF0496969BA}" sibTransId="{997E8D36-93C8-4B86-B48F-4066D90F8157}"/>
    <dgm:cxn modelId="{7A0232DE-90C9-4459-A212-C9499F2D0E4B}" type="presOf" srcId="{1E8A11DF-1F0E-4ED0-A491-B282E9FE3694}" destId="{3B3DFFA1-4AEF-432B-AC3E-CD48AB03CE2E}" srcOrd="0" destOrd="1" presId="urn:microsoft.com/office/officeart/2005/8/layout/vList5"/>
    <dgm:cxn modelId="{FCC202F2-99A8-4F7F-9CDF-BFE4B5B46D58}" type="presOf" srcId="{84145CF4-A2B2-4D56-9677-FF1BA2C36A5B}" destId="{AB07F603-F1AA-45FA-B175-596B60532B52}" srcOrd="0" destOrd="0" presId="urn:microsoft.com/office/officeart/2005/8/layout/vList5"/>
    <dgm:cxn modelId="{73CB25DE-DA6E-4EED-AC7C-D971CDCB86F9}" type="presParOf" srcId="{8ED584CD-9109-42BC-8606-93F28B7EABC7}" destId="{4B9BC963-5C3A-424B-8045-B655EDC021EA}" srcOrd="0" destOrd="0" presId="urn:microsoft.com/office/officeart/2005/8/layout/vList5"/>
    <dgm:cxn modelId="{274E12F7-1F79-4EEB-BCA0-A192B985C17A}" type="presParOf" srcId="{4B9BC963-5C3A-424B-8045-B655EDC021EA}" destId="{AA612524-B471-43D1-9132-458E6EDF0646}" srcOrd="0" destOrd="0" presId="urn:microsoft.com/office/officeart/2005/8/layout/vList5"/>
    <dgm:cxn modelId="{7D540BF0-6AB2-491A-BE37-27087D2F97C2}" type="presParOf" srcId="{4B9BC963-5C3A-424B-8045-B655EDC021EA}" destId="{3B3DFFA1-4AEF-432B-AC3E-CD48AB03CE2E}" srcOrd="1" destOrd="0" presId="urn:microsoft.com/office/officeart/2005/8/layout/vList5"/>
    <dgm:cxn modelId="{2C1CCDA4-FFC4-40C9-8108-2453759B1452}" type="presParOf" srcId="{8ED584CD-9109-42BC-8606-93F28B7EABC7}" destId="{39979C2A-900F-4BAB-9BA3-A326D315B6F2}" srcOrd="1" destOrd="0" presId="urn:microsoft.com/office/officeart/2005/8/layout/vList5"/>
    <dgm:cxn modelId="{5228DCD9-25CF-4B9B-BD31-7FCA651C4D71}" type="presParOf" srcId="{8ED584CD-9109-42BC-8606-93F28B7EABC7}" destId="{61AF6C8E-E37A-4759-A5C0-674A274011FF}" srcOrd="2" destOrd="0" presId="urn:microsoft.com/office/officeart/2005/8/layout/vList5"/>
    <dgm:cxn modelId="{620BEE2F-406B-4D03-BC31-06EDABE718E2}" type="presParOf" srcId="{61AF6C8E-E37A-4759-A5C0-674A274011FF}" destId="{B6BA699C-340C-4C7F-95F7-2D4884841311}" srcOrd="0" destOrd="0" presId="urn:microsoft.com/office/officeart/2005/8/layout/vList5"/>
    <dgm:cxn modelId="{31EA5003-52EF-458C-9039-9417925B4665}" type="presParOf" srcId="{61AF6C8E-E37A-4759-A5C0-674A274011FF}" destId="{3035A67E-DED7-4F14-8D13-FA50549CE870}" srcOrd="1" destOrd="0" presId="urn:microsoft.com/office/officeart/2005/8/layout/vList5"/>
    <dgm:cxn modelId="{72CB8E61-34F9-46E2-BE9F-7AF1E5663341}" type="presParOf" srcId="{8ED584CD-9109-42BC-8606-93F28B7EABC7}" destId="{CC9F987A-3E74-42DD-BE37-F56FD1D2E8A0}" srcOrd="3" destOrd="0" presId="urn:microsoft.com/office/officeart/2005/8/layout/vList5"/>
    <dgm:cxn modelId="{928B7DDB-EFC3-4F3E-9D26-150BE9D0C8A3}" type="presParOf" srcId="{8ED584CD-9109-42BC-8606-93F28B7EABC7}" destId="{4B1D22EF-3948-4559-8B20-6FF5F7F6D976}" srcOrd="4" destOrd="0" presId="urn:microsoft.com/office/officeart/2005/8/layout/vList5"/>
    <dgm:cxn modelId="{D3CC7E91-19BA-4AE3-B4AE-96528F7E145A}" type="presParOf" srcId="{4B1D22EF-3948-4559-8B20-6FF5F7F6D976}" destId="{AB07F603-F1AA-45FA-B175-596B60532B52}" srcOrd="0" destOrd="0" presId="urn:microsoft.com/office/officeart/2005/8/layout/vList5"/>
    <dgm:cxn modelId="{F9E8ECAA-D9FB-47FE-B47E-14C6D3519781}" type="presParOf" srcId="{4B1D22EF-3948-4559-8B20-6FF5F7F6D976}" destId="{8949FB77-3330-4F19-98E3-23F9A93D21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39D49D-3DC3-4024-8957-7685419A5E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43BBA2-92C5-4D2F-B950-0DA72C23CB68}">
      <dgm:prSet phldrT="[Texte]" phldr="0" custT="1"/>
      <dgm:spPr/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Les corrélations avec la cible</a:t>
          </a:r>
        </a:p>
      </dgm:t>
    </dgm:pt>
    <dgm:pt modelId="{A654AB83-6170-4899-88EE-76E703C95AFA}" type="par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FA370097-0DBD-4883-999D-48D8297D273F}" type="sib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5D7D1B27-43B1-4696-8590-C56942CCDC9D}">
      <dgm:prSet phldrT="[Texte]" custT="1"/>
      <dgm:spPr>
        <a:solidFill>
          <a:srgbClr val="9176B4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fr-FR" sz="900" dirty="0">
              <a:solidFill>
                <a:srgbClr val="002060"/>
              </a:solidFill>
              <a:latin typeface="Montserrat" panose="00000500000000000000" pitchFamily="2" charset="0"/>
            </a:rPr>
            <a:t>Les corrélations avec la cible restent faibles, ce qui suggère un signal surtout non linéaire</a:t>
          </a:r>
        </a:p>
      </dgm:t>
    </dgm:pt>
    <dgm:pt modelId="{1D7C8772-EB62-44E8-9E17-4304759B8DB0}" type="parTrans" cxnId="{19A91B6A-A948-4DEA-81BD-EF2D4CD7462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CE8E33E5-CDD5-4431-B4A7-0DDEB702049E}" type="sibTrans" cxnId="{19A91B6A-A948-4DEA-81BD-EF2D4CD7462F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8ED584CD-9109-42BC-8606-93F28B7EABC7}" type="pres">
      <dgm:prSet presAssocID="{7439D49D-3DC3-4024-8957-7685419A5EB0}" presName="Name0" presStyleCnt="0">
        <dgm:presLayoutVars>
          <dgm:dir/>
          <dgm:animLvl val="lvl"/>
          <dgm:resizeHandles val="exact"/>
        </dgm:presLayoutVars>
      </dgm:prSet>
      <dgm:spPr/>
    </dgm:pt>
    <dgm:pt modelId="{4B9BC963-5C3A-424B-8045-B655EDC021EA}" type="pres">
      <dgm:prSet presAssocID="{3C43BBA2-92C5-4D2F-B950-0DA72C23CB68}" presName="linNode" presStyleCnt="0"/>
      <dgm:spPr/>
    </dgm:pt>
    <dgm:pt modelId="{AA612524-B471-43D1-9132-458E6EDF0646}" type="pres">
      <dgm:prSet presAssocID="{3C43BBA2-92C5-4D2F-B950-0DA72C23CB6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3B3DFFA1-4AEF-432B-AC3E-CD48AB03CE2E}" type="pres">
      <dgm:prSet presAssocID="{3C43BBA2-92C5-4D2F-B950-0DA72C23CB68}" presName="descendantText" presStyleLbl="alignAccFollowNode1" presStyleIdx="0" presStyleCnt="1" custLinFactNeighborY="-49">
        <dgm:presLayoutVars>
          <dgm:bulletEnabled val="1"/>
        </dgm:presLayoutVars>
      </dgm:prSet>
      <dgm:spPr/>
    </dgm:pt>
  </dgm:ptLst>
  <dgm:cxnLst>
    <dgm:cxn modelId="{E01CD621-D861-4C3C-873B-4FB0EC7C931D}" type="presOf" srcId="{7439D49D-3DC3-4024-8957-7685419A5EB0}" destId="{8ED584CD-9109-42BC-8606-93F28B7EABC7}" srcOrd="0" destOrd="0" presId="urn:microsoft.com/office/officeart/2005/8/layout/vList5"/>
    <dgm:cxn modelId="{19A91B6A-A948-4DEA-81BD-EF2D4CD7462F}" srcId="{3C43BBA2-92C5-4D2F-B950-0DA72C23CB68}" destId="{5D7D1B27-43B1-4696-8590-C56942CCDC9D}" srcOrd="0" destOrd="0" parTransId="{1D7C8772-EB62-44E8-9E17-4304759B8DB0}" sibTransId="{CE8E33E5-CDD5-4431-B4A7-0DDEB702049E}"/>
    <dgm:cxn modelId="{51C54151-2FB0-4B79-82C4-AB19185AFA3B}" type="presOf" srcId="{3C43BBA2-92C5-4D2F-B950-0DA72C23CB68}" destId="{AA612524-B471-43D1-9132-458E6EDF0646}" srcOrd="0" destOrd="0" presId="urn:microsoft.com/office/officeart/2005/8/layout/vList5"/>
    <dgm:cxn modelId="{28CD02C6-8AFD-4184-AB50-1D1748EB3051}" type="presOf" srcId="{5D7D1B27-43B1-4696-8590-C56942CCDC9D}" destId="{3B3DFFA1-4AEF-432B-AC3E-CD48AB03CE2E}" srcOrd="0" destOrd="0" presId="urn:microsoft.com/office/officeart/2005/8/layout/vList5"/>
    <dgm:cxn modelId="{AE486EC9-ECAE-4900-BE76-30A585224032}" srcId="{7439D49D-3DC3-4024-8957-7685419A5EB0}" destId="{3C43BBA2-92C5-4D2F-B950-0DA72C23CB68}" srcOrd="0" destOrd="0" parTransId="{A654AB83-6170-4899-88EE-76E703C95AFA}" sibTransId="{FA370097-0DBD-4883-999D-48D8297D273F}"/>
    <dgm:cxn modelId="{73CB25DE-DA6E-4EED-AC7C-D971CDCB86F9}" type="presParOf" srcId="{8ED584CD-9109-42BC-8606-93F28B7EABC7}" destId="{4B9BC963-5C3A-424B-8045-B655EDC021EA}" srcOrd="0" destOrd="0" presId="urn:microsoft.com/office/officeart/2005/8/layout/vList5"/>
    <dgm:cxn modelId="{274E12F7-1F79-4EEB-BCA0-A192B985C17A}" type="presParOf" srcId="{4B9BC963-5C3A-424B-8045-B655EDC021EA}" destId="{AA612524-B471-43D1-9132-458E6EDF0646}" srcOrd="0" destOrd="0" presId="urn:microsoft.com/office/officeart/2005/8/layout/vList5"/>
    <dgm:cxn modelId="{7D540BF0-6AB2-491A-BE37-27087D2F97C2}" type="presParOf" srcId="{4B9BC963-5C3A-424B-8045-B655EDC021EA}" destId="{3B3DFFA1-4AEF-432B-AC3E-CD48AB03CE2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39D49D-3DC3-4024-8957-7685419A5E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43BBA2-92C5-4D2F-B950-0DA72C23CB68}">
      <dgm:prSet phldrT="[Texte]" phldr="0" custT="1"/>
      <dgm:spPr/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Création de nouvelles variables</a:t>
          </a:r>
        </a:p>
      </dgm:t>
    </dgm:pt>
    <dgm:pt modelId="{A654AB83-6170-4899-88EE-76E703C95AFA}" type="par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FA370097-0DBD-4883-999D-48D8297D273F}" type="sib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8ED584CD-9109-42BC-8606-93F28B7EABC7}" type="pres">
      <dgm:prSet presAssocID="{7439D49D-3DC3-4024-8957-7685419A5EB0}" presName="Name0" presStyleCnt="0">
        <dgm:presLayoutVars>
          <dgm:dir/>
          <dgm:animLvl val="lvl"/>
          <dgm:resizeHandles val="exact"/>
        </dgm:presLayoutVars>
      </dgm:prSet>
      <dgm:spPr/>
    </dgm:pt>
    <dgm:pt modelId="{4B9BC963-5C3A-424B-8045-B655EDC021EA}" type="pres">
      <dgm:prSet presAssocID="{3C43BBA2-92C5-4D2F-B950-0DA72C23CB68}" presName="linNode" presStyleCnt="0"/>
      <dgm:spPr/>
    </dgm:pt>
    <dgm:pt modelId="{AA612524-B471-43D1-9132-458E6EDF0646}" type="pres">
      <dgm:prSet presAssocID="{3C43BBA2-92C5-4D2F-B950-0DA72C23CB68}" presName="parentText" presStyleLbl="node1" presStyleIdx="0" presStyleCnt="1" custScaleX="277778" custLinFactNeighborX="-136" custLinFactNeighborY="-2418">
        <dgm:presLayoutVars>
          <dgm:chMax val="1"/>
          <dgm:bulletEnabled val="1"/>
        </dgm:presLayoutVars>
      </dgm:prSet>
      <dgm:spPr/>
    </dgm:pt>
  </dgm:ptLst>
  <dgm:cxnLst>
    <dgm:cxn modelId="{E01CD621-D861-4C3C-873B-4FB0EC7C931D}" type="presOf" srcId="{7439D49D-3DC3-4024-8957-7685419A5EB0}" destId="{8ED584CD-9109-42BC-8606-93F28B7EABC7}" srcOrd="0" destOrd="0" presId="urn:microsoft.com/office/officeart/2005/8/layout/vList5"/>
    <dgm:cxn modelId="{51C54151-2FB0-4B79-82C4-AB19185AFA3B}" type="presOf" srcId="{3C43BBA2-92C5-4D2F-B950-0DA72C23CB68}" destId="{AA612524-B471-43D1-9132-458E6EDF0646}" srcOrd="0" destOrd="0" presId="urn:microsoft.com/office/officeart/2005/8/layout/vList5"/>
    <dgm:cxn modelId="{AE486EC9-ECAE-4900-BE76-30A585224032}" srcId="{7439D49D-3DC3-4024-8957-7685419A5EB0}" destId="{3C43BBA2-92C5-4D2F-B950-0DA72C23CB68}" srcOrd="0" destOrd="0" parTransId="{A654AB83-6170-4899-88EE-76E703C95AFA}" sibTransId="{FA370097-0DBD-4883-999D-48D8297D273F}"/>
    <dgm:cxn modelId="{73CB25DE-DA6E-4EED-AC7C-D971CDCB86F9}" type="presParOf" srcId="{8ED584CD-9109-42BC-8606-93F28B7EABC7}" destId="{4B9BC963-5C3A-424B-8045-B655EDC021EA}" srcOrd="0" destOrd="0" presId="urn:microsoft.com/office/officeart/2005/8/layout/vList5"/>
    <dgm:cxn modelId="{274E12F7-1F79-4EEB-BCA0-A192B985C17A}" type="presParOf" srcId="{4B9BC963-5C3A-424B-8045-B655EDC021EA}" destId="{AA612524-B471-43D1-9132-458E6EDF064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39D49D-3DC3-4024-8957-7685419A5E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43BBA2-92C5-4D2F-B950-0DA72C23CB68}">
      <dgm:prSet phldrT="[Texte]" phldr="0" custT="1"/>
      <dgm:spPr/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Nettoyage </a:t>
          </a:r>
        </a:p>
        <a:p>
          <a:r>
            <a:rPr lang="fr-FR" sz="900" dirty="0">
              <a:latin typeface="Montserrat" panose="00000500000000000000" pitchFamily="2" charset="0"/>
            </a:rPr>
            <a:t>&amp;</a:t>
          </a:r>
        </a:p>
        <a:p>
          <a:r>
            <a:rPr lang="fr-FR" sz="900" dirty="0">
              <a:latin typeface="Montserrat" panose="00000500000000000000" pitchFamily="2" charset="0"/>
            </a:rPr>
            <a:t>Encodage</a:t>
          </a:r>
        </a:p>
      </dgm:t>
    </dgm:pt>
    <dgm:pt modelId="{A654AB83-6170-4899-88EE-76E703C95AFA}" type="par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FA370097-0DBD-4883-999D-48D8297D273F}" type="sib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8ED584CD-9109-42BC-8606-93F28B7EABC7}" type="pres">
      <dgm:prSet presAssocID="{7439D49D-3DC3-4024-8957-7685419A5EB0}" presName="Name0" presStyleCnt="0">
        <dgm:presLayoutVars>
          <dgm:dir/>
          <dgm:animLvl val="lvl"/>
          <dgm:resizeHandles val="exact"/>
        </dgm:presLayoutVars>
      </dgm:prSet>
      <dgm:spPr/>
    </dgm:pt>
    <dgm:pt modelId="{4B9BC963-5C3A-424B-8045-B655EDC021EA}" type="pres">
      <dgm:prSet presAssocID="{3C43BBA2-92C5-4D2F-B950-0DA72C23CB68}" presName="linNode" presStyleCnt="0"/>
      <dgm:spPr/>
    </dgm:pt>
    <dgm:pt modelId="{AA612524-B471-43D1-9132-458E6EDF0646}" type="pres">
      <dgm:prSet presAssocID="{3C43BBA2-92C5-4D2F-B950-0DA72C23CB68}" presName="parentText" presStyleLbl="node1" presStyleIdx="0" presStyleCnt="1" custScaleX="277778" custLinFactNeighborX="-3669" custLinFactNeighborY="-7030">
        <dgm:presLayoutVars>
          <dgm:chMax val="1"/>
          <dgm:bulletEnabled val="1"/>
        </dgm:presLayoutVars>
      </dgm:prSet>
      <dgm:spPr/>
    </dgm:pt>
  </dgm:ptLst>
  <dgm:cxnLst>
    <dgm:cxn modelId="{E01CD621-D861-4C3C-873B-4FB0EC7C931D}" type="presOf" srcId="{7439D49D-3DC3-4024-8957-7685419A5EB0}" destId="{8ED584CD-9109-42BC-8606-93F28B7EABC7}" srcOrd="0" destOrd="0" presId="urn:microsoft.com/office/officeart/2005/8/layout/vList5"/>
    <dgm:cxn modelId="{51C54151-2FB0-4B79-82C4-AB19185AFA3B}" type="presOf" srcId="{3C43BBA2-92C5-4D2F-B950-0DA72C23CB68}" destId="{AA612524-B471-43D1-9132-458E6EDF0646}" srcOrd="0" destOrd="0" presId="urn:microsoft.com/office/officeart/2005/8/layout/vList5"/>
    <dgm:cxn modelId="{AE486EC9-ECAE-4900-BE76-30A585224032}" srcId="{7439D49D-3DC3-4024-8957-7685419A5EB0}" destId="{3C43BBA2-92C5-4D2F-B950-0DA72C23CB68}" srcOrd="0" destOrd="0" parTransId="{A654AB83-6170-4899-88EE-76E703C95AFA}" sibTransId="{FA370097-0DBD-4883-999D-48D8297D273F}"/>
    <dgm:cxn modelId="{73CB25DE-DA6E-4EED-AC7C-D971CDCB86F9}" type="presParOf" srcId="{8ED584CD-9109-42BC-8606-93F28B7EABC7}" destId="{4B9BC963-5C3A-424B-8045-B655EDC021EA}" srcOrd="0" destOrd="0" presId="urn:microsoft.com/office/officeart/2005/8/layout/vList5"/>
    <dgm:cxn modelId="{274E12F7-1F79-4EEB-BCA0-A192B985C17A}" type="presParOf" srcId="{4B9BC963-5C3A-424B-8045-B655EDC021EA}" destId="{AA612524-B471-43D1-9132-458E6EDF064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39D49D-3DC3-4024-8957-7685419A5E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43BBA2-92C5-4D2F-B950-0DA72C23CB68}">
      <dgm:prSet phldrT="[Texte]" phldr="0" custT="1"/>
      <dgm:spPr/>
      <dgm:t>
        <a:bodyPr/>
        <a:lstStyle/>
        <a:p>
          <a:r>
            <a:rPr lang="fr-FR" sz="900" dirty="0">
              <a:latin typeface="Montserrat" panose="00000500000000000000" pitchFamily="2" charset="0"/>
            </a:rPr>
            <a:t>Séparation des jeux de données d’entrainement et de test</a:t>
          </a:r>
        </a:p>
      </dgm:t>
    </dgm:pt>
    <dgm:pt modelId="{A654AB83-6170-4899-88EE-76E703C95AFA}" type="par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FA370097-0DBD-4883-999D-48D8297D273F}" type="sibTrans" cxnId="{AE486EC9-ECAE-4900-BE76-30A585224032}">
      <dgm:prSet/>
      <dgm:spPr/>
      <dgm:t>
        <a:bodyPr/>
        <a:lstStyle/>
        <a:p>
          <a:endParaRPr lang="fr-FR" sz="900">
            <a:latin typeface="Montserrat" panose="00000500000000000000" pitchFamily="2" charset="0"/>
          </a:endParaRPr>
        </a:p>
      </dgm:t>
    </dgm:pt>
    <dgm:pt modelId="{8ED584CD-9109-42BC-8606-93F28B7EABC7}" type="pres">
      <dgm:prSet presAssocID="{7439D49D-3DC3-4024-8957-7685419A5EB0}" presName="Name0" presStyleCnt="0">
        <dgm:presLayoutVars>
          <dgm:dir/>
          <dgm:animLvl val="lvl"/>
          <dgm:resizeHandles val="exact"/>
        </dgm:presLayoutVars>
      </dgm:prSet>
      <dgm:spPr/>
    </dgm:pt>
    <dgm:pt modelId="{4B9BC963-5C3A-424B-8045-B655EDC021EA}" type="pres">
      <dgm:prSet presAssocID="{3C43BBA2-92C5-4D2F-B950-0DA72C23CB68}" presName="linNode" presStyleCnt="0"/>
      <dgm:spPr/>
    </dgm:pt>
    <dgm:pt modelId="{AA612524-B471-43D1-9132-458E6EDF0646}" type="pres">
      <dgm:prSet presAssocID="{3C43BBA2-92C5-4D2F-B950-0DA72C23CB68}" presName="parentText" presStyleLbl="node1" presStyleIdx="0" presStyleCnt="1" custScaleX="277778" custLinFactNeighborX="-136" custLinFactNeighborY="-2418">
        <dgm:presLayoutVars>
          <dgm:chMax val="1"/>
          <dgm:bulletEnabled val="1"/>
        </dgm:presLayoutVars>
      </dgm:prSet>
      <dgm:spPr/>
    </dgm:pt>
  </dgm:ptLst>
  <dgm:cxnLst>
    <dgm:cxn modelId="{E01CD621-D861-4C3C-873B-4FB0EC7C931D}" type="presOf" srcId="{7439D49D-3DC3-4024-8957-7685419A5EB0}" destId="{8ED584CD-9109-42BC-8606-93F28B7EABC7}" srcOrd="0" destOrd="0" presId="urn:microsoft.com/office/officeart/2005/8/layout/vList5"/>
    <dgm:cxn modelId="{51C54151-2FB0-4B79-82C4-AB19185AFA3B}" type="presOf" srcId="{3C43BBA2-92C5-4D2F-B950-0DA72C23CB68}" destId="{AA612524-B471-43D1-9132-458E6EDF0646}" srcOrd="0" destOrd="0" presId="urn:microsoft.com/office/officeart/2005/8/layout/vList5"/>
    <dgm:cxn modelId="{AE486EC9-ECAE-4900-BE76-30A585224032}" srcId="{7439D49D-3DC3-4024-8957-7685419A5EB0}" destId="{3C43BBA2-92C5-4D2F-B950-0DA72C23CB68}" srcOrd="0" destOrd="0" parTransId="{A654AB83-6170-4899-88EE-76E703C95AFA}" sibTransId="{FA370097-0DBD-4883-999D-48D8297D273F}"/>
    <dgm:cxn modelId="{73CB25DE-DA6E-4EED-AC7C-D971CDCB86F9}" type="presParOf" srcId="{8ED584CD-9109-42BC-8606-93F28B7EABC7}" destId="{4B9BC963-5C3A-424B-8045-B655EDC021EA}" srcOrd="0" destOrd="0" presId="urn:microsoft.com/office/officeart/2005/8/layout/vList5"/>
    <dgm:cxn modelId="{274E12F7-1F79-4EEB-BCA0-A192B985C17A}" type="presParOf" srcId="{4B9BC963-5C3A-424B-8045-B655EDC021EA}" destId="{AA612524-B471-43D1-9132-458E6EDF064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0D7EC3-3352-4411-9D2B-105893E0F680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6744D6-D073-4EA1-AB1B-A269D30B47FC}">
      <dgm:prSet phldrT="[Texte]" phldr="0" custT="1"/>
      <dgm:spPr/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Principe</a:t>
          </a:r>
        </a:p>
      </dgm:t>
    </dgm:pt>
    <dgm:pt modelId="{872116F7-59D6-4503-9313-F7A9424AFADB}" type="par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92ED3BE-C0B0-4988-8954-275842210FD4}" type="sib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2D6FABBB-F601-4D60-8873-887249F1F6D7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Les baselines servent de point de référence avant la modélisation avancée</a:t>
          </a:r>
        </a:p>
      </dgm:t>
    </dgm:pt>
    <dgm:pt modelId="{683BD023-17C4-4E5F-B8A7-550F37771351}" type="par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9D713928-12FE-4DC7-9D00-6B25DDB22DCB}" type="sib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06492DD-1ABC-4066-B187-97A85DF31949}">
      <dgm:prSet phldrT="[Texte]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r>
            <a:rPr lang="fr-FR" sz="1000" kern="1200" dirty="0">
              <a:latin typeface="Montserrat" panose="00000500000000000000" pitchFamily="2" charset="0"/>
            </a:rPr>
            <a:t>Les </a:t>
          </a:r>
          <a:r>
            <a:rPr lang="fr-FR" sz="1000" kern="1200" dirty="0">
              <a:solidFill>
                <a:srgbClr val="000000"/>
              </a:solidFill>
              <a:latin typeface="Montserrat" panose="00000500000000000000" pitchFamily="2" charset="0"/>
              <a:ea typeface="+mn-ea"/>
              <a:cs typeface="+mn-cs"/>
            </a:rPr>
            <a:t>modèles</a:t>
          </a:r>
          <a:r>
            <a:rPr lang="fr-FR" sz="1000" kern="1200" dirty="0">
              <a:latin typeface="Montserrat" panose="00000500000000000000" pitchFamily="2" charset="0"/>
            </a:rPr>
            <a:t> de bases testés</a:t>
          </a:r>
        </a:p>
      </dgm:t>
    </dgm:pt>
    <dgm:pt modelId="{F1596B18-8FD5-4A90-B31B-CC1E332F5C52}" type="parTrans" cxnId="{B3A7E737-516F-44DA-B0A7-C074BD08CA5A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3D08B426-B0CD-47CD-B65A-14E658A6C7F6}" type="sibTrans" cxnId="{B3A7E737-516F-44DA-B0A7-C074BD08CA5A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610FFB11-C94C-42D9-BDB3-066FE6A174BA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r>
            <a:rPr lang="fr-FR" sz="1000" dirty="0">
              <a:solidFill>
                <a:srgbClr val="002060"/>
              </a:solidFill>
              <a:latin typeface="Montserrat" panose="00000500000000000000" pitchFamily="2" charset="0"/>
            </a:rPr>
            <a:t>DummyClassifier</a:t>
          </a:r>
        </a:p>
      </dgm:t>
    </dgm:pt>
    <dgm:pt modelId="{E64B0B01-4457-46A8-8FE2-75B89DD26D0F}" type="parTrans" cxnId="{2A47FA96-021A-4EFB-B632-A77BB27A1DA9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C361ED80-9678-4BED-84FE-3A0A3F8981A8}" type="sibTrans" cxnId="{2A47FA96-021A-4EFB-B632-A77BB27A1DA9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DCC6F16C-FB7F-4BFB-B13E-4ED0BCC2623A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r>
            <a:rPr lang="fr-FR" sz="1000" dirty="0">
              <a:solidFill>
                <a:srgbClr val="002060"/>
              </a:solidFill>
              <a:latin typeface="Montserrat" panose="00000500000000000000" pitchFamily="2" charset="0"/>
            </a:rPr>
            <a:t>Régression Logistique</a:t>
          </a:r>
        </a:p>
      </dgm:t>
    </dgm:pt>
    <dgm:pt modelId="{B7ACDE36-79A4-48EE-A9CF-CFB66F03F230}" type="parTrans" cxnId="{BF68C8C8-BDA4-475D-BD26-DB7A3C5FB093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16960F53-6B6E-4997-9244-DE5226887D48}" type="sibTrans" cxnId="{BF68C8C8-BDA4-475D-BD26-DB7A3C5FB093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77212809-1C09-4CA5-B9D6-5E84E0AD4756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r>
            <a:rPr lang="fr-FR" sz="1000" dirty="0">
              <a:solidFill>
                <a:srgbClr val="002060"/>
              </a:solidFill>
              <a:latin typeface="Montserrat" panose="00000500000000000000" pitchFamily="2" charset="0"/>
            </a:rPr>
            <a:t>Random Forest</a:t>
          </a:r>
        </a:p>
      </dgm:t>
    </dgm:pt>
    <dgm:pt modelId="{BBA6AC20-6F36-48D5-9435-DA5A6F479B3B}" type="parTrans" cxnId="{BE60BD8D-F791-4EF7-8655-A371434CA5A9}">
      <dgm:prSet/>
      <dgm:spPr/>
      <dgm:t>
        <a:bodyPr/>
        <a:lstStyle/>
        <a:p>
          <a:endParaRPr lang="fr-FR"/>
        </a:p>
      </dgm:t>
    </dgm:pt>
    <dgm:pt modelId="{0F05355D-07EF-4826-B4CD-96B34228BE4F}" type="sibTrans" cxnId="{BE60BD8D-F791-4EF7-8655-A371434CA5A9}">
      <dgm:prSet/>
      <dgm:spPr/>
      <dgm:t>
        <a:bodyPr/>
        <a:lstStyle/>
        <a:p>
          <a:endParaRPr lang="fr-FR"/>
        </a:p>
      </dgm:t>
    </dgm:pt>
    <dgm:pt modelId="{E5070AB3-4EAC-4D3A-A831-F190353040FB}" type="pres">
      <dgm:prSet presAssocID="{950D7EC3-3352-4411-9D2B-105893E0F680}" presName="Name0" presStyleCnt="0">
        <dgm:presLayoutVars>
          <dgm:dir/>
          <dgm:animLvl val="lvl"/>
          <dgm:resizeHandles val="exact"/>
        </dgm:presLayoutVars>
      </dgm:prSet>
      <dgm:spPr/>
    </dgm:pt>
    <dgm:pt modelId="{3C55EAD7-18B4-43B0-9E05-AAF87546637D}" type="pres">
      <dgm:prSet presAssocID="{BF6744D6-D073-4EA1-AB1B-A269D30B47FC}" presName="linNode" presStyleCnt="0"/>
      <dgm:spPr/>
    </dgm:pt>
    <dgm:pt modelId="{B56CA98B-E2E7-4EEA-B848-277523D099F7}" type="pres">
      <dgm:prSet presAssocID="{BF6744D6-D073-4EA1-AB1B-A269D30B47FC}" presName="parentText" presStyleLbl="node1" presStyleIdx="0" presStyleCnt="2" custScaleX="76359" custScaleY="53033" custLinFactNeighborY="-896">
        <dgm:presLayoutVars>
          <dgm:chMax val="1"/>
          <dgm:bulletEnabled val="1"/>
        </dgm:presLayoutVars>
      </dgm:prSet>
      <dgm:spPr/>
    </dgm:pt>
    <dgm:pt modelId="{E7308338-8FB6-4414-B893-D6304D8F1851}" type="pres">
      <dgm:prSet presAssocID="{BF6744D6-D073-4EA1-AB1B-A269D30B47FC}" presName="descendantText" presStyleLbl="alignAccFollowNode1" presStyleIdx="0" presStyleCnt="2" custScaleX="141994" custScaleY="54745">
        <dgm:presLayoutVars>
          <dgm:bulletEnabled val="1"/>
        </dgm:presLayoutVars>
      </dgm:prSet>
      <dgm:spPr/>
    </dgm:pt>
    <dgm:pt modelId="{B9B2AB35-EAFC-4879-B977-EFE6B1BA6702}" type="pres">
      <dgm:prSet presAssocID="{092ED3BE-C0B0-4988-8954-275842210FD4}" presName="sp" presStyleCnt="0"/>
      <dgm:spPr/>
    </dgm:pt>
    <dgm:pt modelId="{05BF677E-CE37-4C15-80C0-02970CEDD0B7}" type="pres">
      <dgm:prSet presAssocID="{006492DD-1ABC-4066-B187-97A85DF31949}" presName="linNode" presStyleCnt="0"/>
      <dgm:spPr/>
    </dgm:pt>
    <dgm:pt modelId="{76E90F2A-808B-4BBF-B172-14A6B42AF69E}" type="pres">
      <dgm:prSet presAssocID="{006492DD-1ABC-4066-B187-97A85DF31949}" presName="parentText" presStyleLbl="node1" presStyleIdx="1" presStyleCnt="2" custScaleX="65548" custScaleY="35515">
        <dgm:presLayoutVars>
          <dgm:chMax val="1"/>
          <dgm:bulletEnabled val="1"/>
        </dgm:presLayoutVars>
      </dgm:prSet>
      <dgm:spPr>
        <a:xfrm>
          <a:off x="45" y="1367207"/>
          <a:ext cx="760206" cy="792008"/>
        </a:xfrm>
        <a:prstGeom prst="roundRect">
          <a:avLst/>
        </a:prstGeom>
      </dgm:spPr>
    </dgm:pt>
    <dgm:pt modelId="{064FE935-9C76-49A6-A531-75624FAA45AD}" type="pres">
      <dgm:prSet presAssocID="{006492DD-1ABC-4066-B187-97A85DF31949}" presName="descendantText" presStyleLbl="alignAccFollowNode1" presStyleIdx="1" presStyleCnt="2" custScaleX="119331" custScaleY="36365">
        <dgm:presLayoutVars>
          <dgm:bulletEnabled val="1"/>
        </dgm:presLayoutVars>
      </dgm:prSet>
      <dgm:spPr/>
    </dgm:pt>
  </dgm:ptLst>
  <dgm:cxnLst>
    <dgm:cxn modelId="{81231212-ED4E-40A1-9338-62F0FD2AA6EE}" srcId="{950D7EC3-3352-4411-9D2B-105893E0F680}" destId="{BF6744D6-D073-4EA1-AB1B-A269D30B47FC}" srcOrd="0" destOrd="0" parTransId="{872116F7-59D6-4503-9313-F7A9424AFADB}" sibTransId="{092ED3BE-C0B0-4988-8954-275842210FD4}"/>
    <dgm:cxn modelId="{A8F7141E-47BA-4F9F-8582-9F402005A027}" type="presOf" srcId="{006492DD-1ABC-4066-B187-97A85DF31949}" destId="{76E90F2A-808B-4BBF-B172-14A6B42AF69E}" srcOrd="0" destOrd="0" presId="urn:microsoft.com/office/officeart/2005/8/layout/vList5"/>
    <dgm:cxn modelId="{B3A7E737-516F-44DA-B0A7-C074BD08CA5A}" srcId="{950D7EC3-3352-4411-9D2B-105893E0F680}" destId="{006492DD-1ABC-4066-B187-97A85DF31949}" srcOrd="1" destOrd="0" parTransId="{F1596B18-8FD5-4A90-B31B-CC1E332F5C52}" sibTransId="{3D08B426-B0CD-47CD-B65A-14E658A6C7F6}"/>
    <dgm:cxn modelId="{5B75B27D-BB2E-40C0-801C-3A0F6EE6AECF}" type="presOf" srcId="{2D6FABBB-F601-4D60-8873-887249F1F6D7}" destId="{E7308338-8FB6-4414-B893-D6304D8F1851}" srcOrd="0" destOrd="0" presId="urn:microsoft.com/office/officeart/2005/8/layout/vList5"/>
    <dgm:cxn modelId="{798AC382-FF8E-4F31-AD85-BD7214F072E6}" type="presOf" srcId="{DCC6F16C-FB7F-4BFB-B13E-4ED0BCC2623A}" destId="{064FE935-9C76-49A6-A531-75624FAA45AD}" srcOrd="0" destOrd="1" presId="urn:microsoft.com/office/officeart/2005/8/layout/vList5"/>
    <dgm:cxn modelId="{BE60BD8D-F791-4EF7-8655-A371434CA5A9}" srcId="{006492DD-1ABC-4066-B187-97A85DF31949}" destId="{77212809-1C09-4CA5-B9D6-5E84E0AD4756}" srcOrd="2" destOrd="0" parTransId="{BBA6AC20-6F36-48D5-9435-DA5A6F479B3B}" sibTransId="{0F05355D-07EF-4826-B4CD-96B34228BE4F}"/>
    <dgm:cxn modelId="{2A47FA96-021A-4EFB-B632-A77BB27A1DA9}" srcId="{006492DD-1ABC-4066-B187-97A85DF31949}" destId="{610FFB11-C94C-42D9-BDB3-066FE6A174BA}" srcOrd="0" destOrd="0" parTransId="{E64B0B01-4457-46A8-8FE2-75B89DD26D0F}" sibTransId="{C361ED80-9678-4BED-84FE-3A0A3F8981A8}"/>
    <dgm:cxn modelId="{768377A4-389B-498E-8752-A1E0D66F8CF2}" srcId="{BF6744D6-D073-4EA1-AB1B-A269D30B47FC}" destId="{2D6FABBB-F601-4D60-8873-887249F1F6D7}" srcOrd="0" destOrd="0" parTransId="{683BD023-17C4-4E5F-B8A7-550F37771351}" sibTransId="{9D713928-12FE-4DC7-9D00-6B25DDB22DCB}"/>
    <dgm:cxn modelId="{BF68C8C8-BDA4-475D-BD26-DB7A3C5FB093}" srcId="{006492DD-1ABC-4066-B187-97A85DF31949}" destId="{DCC6F16C-FB7F-4BFB-B13E-4ED0BCC2623A}" srcOrd="1" destOrd="0" parTransId="{B7ACDE36-79A4-48EE-A9CF-CFB66F03F230}" sibTransId="{16960F53-6B6E-4997-9244-DE5226887D48}"/>
    <dgm:cxn modelId="{459C00D0-6362-4729-A3DE-17D8A22CB669}" type="presOf" srcId="{610FFB11-C94C-42D9-BDB3-066FE6A174BA}" destId="{064FE935-9C76-49A6-A531-75624FAA45AD}" srcOrd="0" destOrd="0" presId="urn:microsoft.com/office/officeart/2005/8/layout/vList5"/>
    <dgm:cxn modelId="{3E5EE4D0-58C8-4EC1-9630-7EBE43F14F3A}" type="presOf" srcId="{77212809-1C09-4CA5-B9D6-5E84E0AD4756}" destId="{064FE935-9C76-49A6-A531-75624FAA45AD}" srcOrd="0" destOrd="2" presId="urn:microsoft.com/office/officeart/2005/8/layout/vList5"/>
    <dgm:cxn modelId="{EA985BD2-AA22-45BB-8C7E-64CADDB04F67}" type="presOf" srcId="{950D7EC3-3352-4411-9D2B-105893E0F680}" destId="{E5070AB3-4EAC-4D3A-A831-F190353040FB}" srcOrd="0" destOrd="0" presId="urn:microsoft.com/office/officeart/2005/8/layout/vList5"/>
    <dgm:cxn modelId="{33F055FC-ACFD-4911-BFCB-7917585E4502}" type="presOf" srcId="{BF6744D6-D073-4EA1-AB1B-A269D30B47FC}" destId="{B56CA98B-E2E7-4EEA-B848-277523D099F7}" srcOrd="0" destOrd="0" presId="urn:microsoft.com/office/officeart/2005/8/layout/vList5"/>
    <dgm:cxn modelId="{97FBA901-8C0B-41B3-8904-98FBA2058B14}" type="presParOf" srcId="{E5070AB3-4EAC-4D3A-A831-F190353040FB}" destId="{3C55EAD7-18B4-43B0-9E05-AAF87546637D}" srcOrd="0" destOrd="0" presId="urn:microsoft.com/office/officeart/2005/8/layout/vList5"/>
    <dgm:cxn modelId="{381ED283-B735-4A6A-A24D-8C366D0816AB}" type="presParOf" srcId="{3C55EAD7-18B4-43B0-9E05-AAF87546637D}" destId="{B56CA98B-E2E7-4EEA-B848-277523D099F7}" srcOrd="0" destOrd="0" presId="urn:microsoft.com/office/officeart/2005/8/layout/vList5"/>
    <dgm:cxn modelId="{B7600080-958E-41F6-8A76-55BC148AA278}" type="presParOf" srcId="{3C55EAD7-18B4-43B0-9E05-AAF87546637D}" destId="{E7308338-8FB6-4414-B893-D6304D8F1851}" srcOrd="1" destOrd="0" presId="urn:microsoft.com/office/officeart/2005/8/layout/vList5"/>
    <dgm:cxn modelId="{9F2792B9-025F-4C1A-949E-126BFD74DC27}" type="presParOf" srcId="{E5070AB3-4EAC-4D3A-A831-F190353040FB}" destId="{B9B2AB35-EAFC-4879-B977-EFE6B1BA6702}" srcOrd="1" destOrd="0" presId="urn:microsoft.com/office/officeart/2005/8/layout/vList5"/>
    <dgm:cxn modelId="{4AB18EB1-B7BA-4DBC-944E-66921188DCA6}" type="presParOf" srcId="{E5070AB3-4EAC-4D3A-A831-F190353040FB}" destId="{05BF677E-CE37-4C15-80C0-02970CEDD0B7}" srcOrd="2" destOrd="0" presId="urn:microsoft.com/office/officeart/2005/8/layout/vList5"/>
    <dgm:cxn modelId="{52BFEE93-3B8A-4298-A0FC-AEB8C80C5E0C}" type="presParOf" srcId="{05BF677E-CE37-4C15-80C0-02970CEDD0B7}" destId="{76E90F2A-808B-4BBF-B172-14A6B42AF69E}" srcOrd="0" destOrd="0" presId="urn:microsoft.com/office/officeart/2005/8/layout/vList5"/>
    <dgm:cxn modelId="{AE87FEA9-C346-40B5-B53A-857533F2F58D}" type="presParOf" srcId="{05BF677E-CE37-4C15-80C0-02970CEDD0B7}" destId="{064FE935-9C76-49A6-A531-75624FAA45A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0D7EC3-3352-4411-9D2B-105893E0F68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D8A4727-1F7C-48F8-A56D-533E1869A776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 spcFirstLastPara="0" vert="horz" wrap="square" lIns="247650" tIns="123825" rIns="247650" bIns="123825" numCol="1" spcCol="1270" anchor="ctr" anchorCtr="0"/>
        <a:lstStyle/>
        <a:p>
          <a:pPr>
            <a:spcBef>
              <a:spcPts val="600"/>
            </a:spcBef>
            <a:buFont typeface="Arial" panose="020B0604020202020204" pitchFamily="34" charset="0"/>
            <a:buChar char="•"/>
          </a:pPr>
          <a:r>
            <a:rPr lang="fr-FR" sz="1000" kern="12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rPr>
            <a:t>Les scores de cross-validation confirment les performances observées sur le jeu de test unique (pas de </a:t>
          </a:r>
          <a:r>
            <a:rPr lang="fr-FR" sz="1000" kern="1200" dirty="0">
              <a:latin typeface="Montserrat" panose="00000500000000000000" pitchFamily="2" charset="0"/>
              <a:ea typeface="+mn-ea"/>
              <a:cs typeface="+mn-cs"/>
            </a:rPr>
            <a:t>sur-apprentissage</a:t>
          </a:r>
          <a:r>
            <a:rPr lang="fr-FR" sz="1000" kern="12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rPr>
            <a:t> majeur).</a:t>
          </a:r>
          <a:endParaRPr lang="fr-FR" sz="1000" kern="1200" dirty="0">
            <a:latin typeface="Montserrat" panose="00000500000000000000" pitchFamily="2" charset="0"/>
          </a:endParaRPr>
        </a:p>
      </dgm:t>
    </dgm:pt>
    <dgm:pt modelId="{546AB100-B3D0-44DB-9130-83B1D11974D8}" type="parTrans" cxnId="{27643283-0F90-48C0-A627-16F64D3BCDB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9EB0393D-1C8A-47D5-97D1-3F839A85883F}" type="sibTrans" cxnId="{27643283-0F90-48C0-A627-16F64D3BCDB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F7DD39A0-02FD-4C37-9589-DB580EBD9301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 spcFirstLastPara="0" vert="horz" wrap="square" lIns="247650" tIns="123825" rIns="247650" bIns="123825" numCol="1" spcCol="1270" anchor="ctr" anchorCtr="0"/>
        <a:lstStyle/>
        <a:p>
          <a:pPr>
            <a:spcBef>
              <a:spcPts val="600"/>
            </a:spcBef>
            <a:buFont typeface="Arial" panose="020B0604020202020204" pitchFamily="34" charset="0"/>
            <a:buChar char="•"/>
          </a:pPr>
          <a:r>
            <a:rPr lang="fr-FR" sz="1000" b="1" kern="12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rPr>
            <a:t>Le Random Forest reste le meilleur modèle en termes d'AUC mais son rappel sur la classe fraude doit être amélioré</a:t>
          </a:r>
          <a:endParaRPr lang="fr-FR" sz="1000" b="1" kern="1200" dirty="0">
            <a:latin typeface="Montserrat" panose="00000500000000000000" pitchFamily="2" charset="0"/>
          </a:endParaRPr>
        </a:p>
      </dgm:t>
    </dgm:pt>
    <dgm:pt modelId="{79CAE60F-F344-4B70-92BF-FC4688CECFF2}" type="parTrans" cxnId="{CF9C5995-808F-4D0A-A250-DDEC15798499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EA8C89E0-F042-4301-9657-77C9CB34D36B}" type="sibTrans" cxnId="{CF9C5995-808F-4D0A-A250-DDEC15798499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B1733E66-FE7A-4109-BF40-F0544A13F745}">
      <dgm:prSet phldrT="[Texte]" phldr="0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Conclusion</a:t>
          </a:r>
        </a:p>
      </dgm:t>
    </dgm:pt>
    <dgm:pt modelId="{BBA2F7CE-FA9E-408C-A7DB-68DDE583498D}" type="sibTrans" cxnId="{1E989C9A-92CB-43D9-8FA6-B9BAE8FD957D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ED77B833-0F91-476F-8F06-8971D439CB39}" type="parTrans" cxnId="{1E989C9A-92CB-43D9-8FA6-B9BAE8FD957D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E5070AB3-4EAC-4D3A-A831-F190353040FB}" type="pres">
      <dgm:prSet presAssocID="{950D7EC3-3352-4411-9D2B-105893E0F680}" presName="Name0" presStyleCnt="0">
        <dgm:presLayoutVars>
          <dgm:dir/>
          <dgm:animLvl val="lvl"/>
          <dgm:resizeHandles val="exact"/>
        </dgm:presLayoutVars>
      </dgm:prSet>
      <dgm:spPr/>
    </dgm:pt>
    <dgm:pt modelId="{03481C49-EFF8-4BDA-B417-8D975DFE8A48}" type="pres">
      <dgm:prSet presAssocID="{B1733E66-FE7A-4109-BF40-F0544A13F745}" presName="linNode" presStyleCnt="0"/>
      <dgm:spPr/>
    </dgm:pt>
    <dgm:pt modelId="{83FFE1FB-3444-47DA-90E0-062E839F6341}" type="pres">
      <dgm:prSet presAssocID="{B1733E66-FE7A-4109-BF40-F0544A13F745}" presName="parentText" presStyleLbl="node1" presStyleIdx="0" presStyleCnt="1" custScaleX="77123" custLinFactNeighborX="-13186" custLinFactNeighborY="-3385">
        <dgm:presLayoutVars>
          <dgm:chMax val="1"/>
          <dgm:bulletEnabled val="1"/>
        </dgm:presLayoutVars>
      </dgm:prSet>
      <dgm:spPr>
        <a:xfrm>
          <a:off x="0" y="0"/>
          <a:ext cx="1259084" cy="2158130"/>
        </a:xfrm>
        <a:prstGeom prst="roundRect">
          <a:avLst/>
        </a:prstGeom>
      </dgm:spPr>
    </dgm:pt>
    <dgm:pt modelId="{EB302A1F-D9BE-4883-AF20-6AC9EC5F2BA5}" type="pres">
      <dgm:prSet presAssocID="{B1733E66-FE7A-4109-BF40-F0544A13F745}" presName="descendantText" presStyleLbl="alignAccFollowNode1" presStyleIdx="0" presStyleCnt="1" custScaleX="121356">
        <dgm:presLayoutVars>
          <dgm:bulletEnabled val="1"/>
        </dgm:presLayoutVars>
      </dgm:prSet>
      <dgm:spPr>
        <a:xfrm rot="5400000">
          <a:off x="1515018" y="-39066"/>
          <a:ext cx="1726504" cy="2238372"/>
        </a:xfrm>
        <a:prstGeom prst="round2SameRect">
          <a:avLst/>
        </a:prstGeom>
      </dgm:spPr>
    </dgm:pt>
  </dgm:ptLst>
  <dgm:cxnLst>
    <dgm:cxn modelId="{27643283-0F90-48C0-A627-16F64D3BCDB7}" srcId="{B1733E66-FE7A-4109-BF40-F0544A13F745}" destId="{FD8A4727-1F7C-48F8-A56D-533E1869A776}" srcOrd="0" destOrd="0" parTransId="{546AB100-B3D0-44DB-9130-83B1D11974D8}" sibTransId="{9EB0393D-1C8A-47D5-97D1-3F839A85883F}"/>
    <dgm:cxn modelId="{CF9C5995-808F-4D0A-A250-DDEC15798499}" srcId="{B1733E66-FE7A-4109-BF40-F0544A13F745}" destId="{F7DD39A0-02FD-4C37-9589-DB580EBD9301}" srcOrd="1" destOrd="0" parTransId="{79CAE60F-F344-4B70-92BF-FC4688CECFF2}" sibTransId="{EA8C89E0-F042-4301-9657-77C9CB34D36B}"/>
    <dgm:cxn modelId="{1E989C9A-92CB-43D9-8FA6-B9BAE8FD957D}" srcId="{950D7EC3-3352-4411-9D2B-105893E0F680}" destId="{B1733E66-FE7A-4109-BF40-F0544A13F745}" srcOrd="0" destOrd="0" parTransId="{ED77B833-0F91-476F-8F06-8971D439CB39}" sibTransId="{BBA2F7CE-FA9E-408C-A7DB-68DDE583498D}"/>
    <dgm:cxn modelId="{9E87BBA1-F186-4C28-97E1-66B5C613C1FE}" type="presOf" srcId="{FD8A4727-1F7C-48F8-A56D-533E1869A776}" destId="{EB302A1F-D9BE-4883-AF20-6AC9EC5F2BA5}" srcOrd="0" destOrd="0" presId="urn:microsoft.com/office/officeart/2005/8/layout/vList5"/>
    <dgm:cxn modelId="{458740CB-A366-4F9F-B2B4-403A940C3211}" type="presOf" srcId="{F7DD39A0-02FD-4C37-9589-DB580EBD9301}" destId="{EB302A1F-D9BE-4883-AF20-6AC9EC5F2BA5}" srcOrd="0" destOrd="1" presId="urn:microsoft.com/office/officeart/2005/8/layout/vList5"/>
    <dgm:cxn modelId="{BD908ACC-9A7A-4DB2-997C-5985ECF2CDB7}" type="presOf" srcId="{B1733E66-FE7A-4109-BF40-F0544A13F745}" destId="{83FFE1FB-3444-47DA-90E0-062E839F6341}" srcOrd="0" destOrd="0" presId="urn:microsoft.com/office/officeart/2005/8/layout/vList5"/>
    <dgm:cxn modelId="{EA985BD2-AA22-45BB-8C7E-64CADDB04F67}" type="presOf" srcId="{950D7EC3-3352-4411-9D2B-105893E0F680}" destId="{E5070AB3-4EAC-4D3A-A831-F190353040FB}" srcOrd="0" destOrd="0" presId="urn:microsoft.com/office/officeart/2005/8/layout/vList5"/>
    <dgm:cxn modelId="{47772981-341D-48EB-8BEA-66B574A32EB9}" type="presParOf" srcId="{E5070AB3-4EAC-4D3A-A831-F190353040FB}" destId="{03481C49-EFF8-4BDA-B417-8D975DFE8A48}" srcOrd="0" destOrd="0" presId="urn:microsoft.com/office/officeart/2005/8/layout/vList5"/>
    <dgm:cxn modelId="{F3F36282-1751-4F9D-ACE6-1DA75493F6B3}" type="presParOf" srcId="{03481C49-EFF8-4BDA-B417-8D975DFE8A48}" destId="{83FFE1FB-3444-47DA-90E0-062E839F6341}" srcOrd="0" destOrd="0" presId="urn:microsoft.com/office/officeart/2005/8/layout/vList5"/>
    <dgm:cxn modelId="{2F3985A3-5787-4C28-8342-E59192E0FBB5}" type="presParOf" srcId="{03481C49-EFF8-4BDA-B417-8D975DFE8A48}" destId="{EB302A1F-D9BE-4883-AF20-6AC9EC5F2BA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50D7EC3-3352-4411-9D2B-105893E0F680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6744D6-D073-4EA1-AB1B-A269D30B47FC}">
      <dgm:prSet phldrT="[Texte]" phldr="0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pPr marL="0"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000000"/>
              </a:solidFill>
              <a:latin typeface="Montserrat" panose="00000500000000000000" pitchFamily="2" charset="0"/>
              <a:ea typeface="+mn-ea"/>
              <a:cs typeface="+mn-cs"/>
            </a:rPr>
            <a:t>Les modèles testés</a:t>
          </a:r>
        </a:p>
      </dgm:t>
    </dgm:pt>
    <dgm:pt modelId="{872116F7-59D6-4503-9313-F7A9424AFADB}" type="par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92ED3BE-C0B0-4988-8954-275842210FD4}" type="sib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2D6FABBB-F601-4D60-8873-887249F1F6D7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LogisticRegression</a:t>
          </a:r>
        </a:p>
      </dgm:t>
    </dgm:pt>
    <dgm:pt modelId="{683BD023-17C4-4E5F-B8A7-550F37771351}" type="par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9D713928-12FE-4DC7-9D00-6B25DDB22DCB}" type="sib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06492DD-1ABC-4066-B187-97A85DF31949}">
      <dgm:prSet phldrT="[Texte]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r>
            <a:rPr lang="fr-FR" sz="1000" b="1" kern="1200" dirty="0">
              <a:latin typeface="Montserrat" panose="00000500000000000000" pitchFamily="2" charset="0"/>
            </a:rPr>
            <a:t>Processing</a:t>
          </a:r>
        </a:p>
        <a:p>
          <a:r>
            <a:rPr lang="fr-FR" sz="1000" b="1" kern="1200" dirty="0">
              <a:latin typeface="Montserrat" panose="00000500000000000000" pitchFamily="2" charset="0"/>
            </a:rPr>
            <a:t>&amp; entrainement des modèles </a:t>
          </a:r>
        </a:p>
      </dgm:t>
    </dgm:pt>
    <dgm:pt modelId="{F1596B18-8FD5-4A90-B31B-CC1E332F5C52}" type="parTrans" cxnId="{B3A7E737-516F-44DA-B0A7-C074BD08CA5A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3D08B426-B0CD-47CD-B65A-14E658A6C7F6}" type="sibTrans" cxnId="{B3A7E737-516F-44DA-B0A7-C074BD08CA5A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610FFB11-C94C-42D9-BDB3-066FE6A174BA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Implémentation d’un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pipeline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 intégrant tous les traitements et le modèle à tester</a:t>
          </a:r>
        </a:p>
      </dgm:t>
    </dgm:pt>
    <dgm:pt modelId="{E64B0B01-4457-46A8-8FE2-75B89DD26D0F}" type="parTrans" cxnId="{2A47FA96-021A-4EFB-B632-A77BB27A1DA9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C361ED80-9678-4BED-84FE-3A0A3F8981A8}" type="sibTrans" cxnId="{2A47FA96-021A-4EFB-B632-A77BB27A1DA9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DCC6F16C-FB7F-4BFB-B13E-4ED0BCC2623A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Traitement du déséquilibre des classes dans le pipeline par ‘</a:t>
          </a:r>
          <a:r>
            <a:rPr lang="fr-FR" sz="1000" b="1" kern="1200" dirty="0" err="1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class_weight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’ et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SMOTE</a:t>
          </a:r>
        </a:p>
      </dgm:t>
    </dgm:pt>
    <dgm:pt modelId="{B7ACDE36-79A4-48EE-A9CF-CFB66F03F230}" type="parTrans" cxnId="{BF68C8C8-BDA4-475D-BD26-DB7A3C5FB093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16960F53-6B6E-4997-9244-DE5226887D48}" type="sibTrans" cxnId="{BF68C8C8-BDA4-475D-BD26-DB7A3C5FB093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77212809-1C09-4CA5-B9D6-5E84E0AD4756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Comparaison réalisée par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validation croisée stratifiée 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à 5 plis</a:t>
          </a:r>
        </a:p>
      </dgm:t>
    </dgm:pt>
    <dgm:pt modelId="{BBA6AC20-6F36-48D5-9435-DA5A6F479B3B}" type="parTrans" cxnId="{BE60BD8D-F791-4EF7-8655-A371434CA5A9}">
      <dgm:prSet/>
      <dgm:spPr/>
      <dgm:t>
        <a:bodyPr/>
        <a:lstStyle/>
        <a:p>
          <a:endParaRPr lang="fr-FR"/>
        </a:p>
      </dgm:t>
    </dgm:pt>
    <dgm:pt modelId="{0F05355D-07EF-4826-B4CD-96B34228BE4F}" type="sibTrans" cxnId="{BE60BD8D-F791-4EF7-8655-A371434CA5A9}">
      <dgm:prSet/>
      <dgm:spPr/>
      <dgm:t>
        <a:bodyPr/>
        <a:lstStyle/>
        <a:p>
          <a:endParaRPr lang="fr-FR"/>
        </a:p>
      </dgm:t>
    </dgm:pt>
    <dgm:pt modelId="{C478D3F6-A186-4E77-9D2C-4D9618B0C8B9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GradientBoosting</a:t>
          </a:r>
        </a:p>
      </dgm:t>
    </dgm:pt>
    <dgm:pt modelId="{799D0001-1299-4EF1-A40C-E2C37BB97E05}" type="parTrans" cxnId="{028B35DF-4505-431D-8310-94B0461CEC1C}">
      <dgm:prSet/>
      <dgm:spPr/>
      <dgm:t>
        <a:bodyPr/>
        <a:lstStyle/>
        <a:p>
          <a:endParaRPr lang="fr-FR"/>
        </a:p>
      </dgm:t>
    </dgm:pt>
    <dgm:pt modelId="{0EE93F1C-019A-462B-AD06-A2813EB81824}" type="sibTrans" cxnId="{028B35DF-4505-431D-8310-94B0461CEC1C}">
      <dgm:prSet/>
      <dgm:spPr/>
      <dgm:t>
        <a:bodyPr/>
        <a:lstStyle/>
        <a:p>
          <a:endParaRPr lang="fr-FR"/>
        </a:p>
      </dgm:t>
    </dgm:pt>
    <dgm:pt modelId="{15BFD1FE-4525-4754-9368-B8D275B80BA2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HistGradientBoosting</a:t>
          </a:r>
        </a:p>
      </dgm:t>
    </dgm:pt>
    <dgm:pt modelId="{438624F9-1CC2-4D90-B89C-2F0FF20A0E7D}" type="parTrans" cxnId="{2141C780-EB29-46DC-B62F-BBD33411637E}">
      <dgm:prSet/>
      <dgm:spPr/>
      <dgm:t>
        <a:bodyPr/>
        <a:lstStyle/>
        <a:p>
          <a:endParaRPr lang="fr-FR"/>
        </a:p>
      </dgm:t>
    </dgm:pt>
    <dgm:pt modelId="{83A7477D-306B-44D1-918B-930E41F61D91}" type="sibTrans" cxnId="{2141C780-EB29-46DC-B62F-BBD33411637E}">
      <dgm:prSet/>
      <dgm:spPr/>
      <dgm:t>
        <a:bodyPr/>
        <a:lstStyle/>
        <a:p>
          <a:endParaRPr lang="fr-FR"/>
        </a:p>
      </dgm:t>
    </dgm:pt>
    <dgm:pt modelId="{AE2D076B-F42A-4AF0-9685-BCF2546E3CCD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XGBoost</a:t>
          </a:r>
        </a:p>
      </dgm:t>
    </dgm:pt>
    <dgm:pt modelId="{C938D171-18B6-4587-9384-DB070D1F7193}" type="parTrans" cxnId="{54BCC7CD-7C1F-403D-B5FF-BA81BC737E9E}">
      <dgm:prSet/>
      <dgm:spPr/>
      <dgm:t>
        <a:bodyPr/>
        <a:lstStyle/>
        <a:p>
          <a:endParaRPr lang="fr-FR"/>
        </a:p>
      </dgm:t>
    </dgm:pt>
    <dgm:pt modelId="{807FF861-313C-4AD4-B087-B0959A48AFDF}" type="sibTrans" cxnId="{54BCC7CD-7C1F-403D-B5FF-BA81BC737E9E}">
      <dgm:prSet/>
      <dgm:spPr/>
      <dgm:t>
        <a:bodyPr/>
        <a:lstStyle/>
        <a:p>
          <a:endParaRPr lang="fr-FR"/>
        </a:p>
      </dgm:t>
    </dgm:pt>
    <dgm:pt modelId="{E0A669B8-9F3C-473B-8A70-6089A35540C2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RandomForest</a:t>
          </a:r>
        </a:p>
      </dgm:t>
    </dgm:pt>
    <dgm:pt modelId="{18B013BE-6092-4EEE-8E00-3D7D541D10F2}" type="parTrans" cxnId="{69778E09-EE30-4222-B779-F64D7F9CF877}">
      <dgm:prSet/>
      <dgm:spPr/>
      <dgm:t>
        <a:bodyPr/>
        <a:lstStyle/>
        <a:p>
          <a:endParaRPr lang="fr-FR"/>
        </a:p>
      </dgm:t>
    </dgm:pt>
    <dgm:pt modelId="{EB762E86-7F3B-43F9-A542-8530B363B07F}" type="sibTrans" cxnId="{69778E09-EE30-4222-B779-F64D7F9CF877}">
      <dgm:prSet/>
      <dgm:spPr/>
      <dgm:t>
        <a:bodyPr/>
        <a:lstStyle/>
        <a:p>
          <a:endParaRPr lang="fr-FR"/>
        </a:p>
      </dgm:t>
    </dgm:pt>
    <dgm:pt modelId="{F464D084-9F81-4E0B-A744-9C5FB0051D22}">
      <dgm:prSet phldrT="[Texte]" phldr="0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AdaBoost</a:t>
          </a:r>
        </a:p>
      </dgm:t>
    </dgm:pt>
    <dgm:pt modelId="{03D58AEC-864D-4F2A-8B1C-44E17FC278B9}" type="parTrans" cxnId="{9953E580-4D10-4E7C-92B5-75FB0E68426A}">
      <dgm:prSet/>
      <dgm:spPr/>
      <dgm:t>
        <a:bodyPr/>
        <a:lstStyle/>
        <a:p>
          <a:endParaRPr lang="fr-FR"/>
        </a:p>
      </dgm:t>
    </dgm:pt>
    <dgm:pt modelId="{DC629277-8D73-45B1-A9D2-0B758C3DCFBA}" type="sibTrans" cxnId="{9953E580-4D10-4E7C-92B5-75FB0E68426A}">
      <dgm:prSet/>
      <dgm:spPr/>
      <dgm:t>
        <a:bodyPr/>
        <a:lstStyle/>
        <a:p>
          <a:endParaRPr lang="fr-FR"/>
        </a:p>
      </dgm:t>
    </dgm:pt>
    <dgm:pt modelId="{E5070AB3-4EAC-4D3A-A831-F190353040FB}" type="pres">
      <dgm:prSet presAssocID="{950D7EC3-3352-4411-9D2B-105893E0F680}" presName="Name0" presStyleCnt="0">
        <dgm:presLayoutVars>
          <dgm:dir/>
          <dgm:animLvl val="lvl"/>
          <dgm:resizeHandles val="exact"/>
        </dgm:presLayoutVars>
      </dgm:prSet>
      <dgm:spPr/>
    </dgm:pt>
    <dgm:pt modelId="{3C55EAD7-18B4-43B0-9E05-AAF87546637D}" type="pres">
      <dgm:prSet presAssocID="{BF6744D6-D073-4EA1-AB1B-A269D30B47FC}" presName="linNode" presStyleCnt="0"/>
      <dgm:spPr/>
    </dgm:pt>
    <dgm:pt modelId="{B56CA98B-E2E7-4EEA-B848-277523D099F7}" type="pres">
      <dgm:prSet presAssocID="{BF6744D6-D073-4EA1-AB1B-A269D30B47FC}" presName="parentText" presStyleLbl="node1" presStyleIdx="0" presStyleCnt="2" custScaleX="76359" custScaleY="58452" custLinFactNeighborY="-896">
        <dgm:presLayoutVars>
          <dgm:chMax val="1"/>
          <dgm:bulletEnabled val="1"/>
        </dgm:presLayoutVars>
      </dgm:prSet>
      <dgm:spPr>
        <a:xfrm>
          <a:off x="254" y="0"/>
          <a:ext cx="869486" cy="1345075"/>
        </a:xfrm>
        <a:prstGeom prst="roundRect">
          <a:avLst/>
        </a:prstGeom>
      </dgm:spPr>
    </dgm:pt>
    <dgm:pt modelId="{E7308338-8FB6-4414-B893-D6304D8F1851}" type="pres">
      <dgm:prSet presAssocID="{BF6744D6-D073-4EA1-AB1B-A269D30B47FC}" presName="descendantText" presStyleLbl="alignAccFollowNode1" presStyleIdx="0" presStyleCnt="2" custScaleX="141994" custScaleY="62752">
        <dgm:presLayoutVars>
          <dgm:bulletEnabled val="1"/>
        </dgm:presLayoutVars>
      </dgm:prSet>
      <dgm:spPr/>
    </dgm:pt>
    <dgm:pt modelId="{B9B2AB35-EAFC-4879-B977-EFE6B1BA6702}" type="pres">
      <dgm:prSet presAssocID="{092ED3BE-C0B0-4988-8954-275842210FD4}" presName="sp" presStyleCnt="0"/>
      <dgm:spPr/>
    </dgm:pt>
    <dgm:pt modelId="{05BF677E-CE37-4C15-80C0-02970CEDD0B7}" type="pres">
      <dgm:prSet presAssocID="{006492DD-1ABC-4066-B187-97A85DF31949}" presName="linNode" presStyleCnt="0"/>
      <dgm:spPr/>
    </dgm:pt>
    <dgm:pt modelId="{76E90F2A-808B-4BBF-B172-14A6B42AF69E}" type="pres">
      <dgm:prSet presAssocID="{006492DD-1ABC-4066-B187-97A85DF31949}" presName="parentText" presStyleLbl="node1" presStyleIdx="1" presStyleCnt="2" custScaleX="88773" custScaleY="124067">
        <dgm:presLayoutVars>
          <dgm:chMax val="1"/>
          <dgm:bulletEnabled val="1"/>
        </dgm:presLayoutVars>
      </dgm:prSet>
      <dgm:spPr>
        <a:xfrm>
          <a:off x="45" y="1367207"/>
          <a:ext cx="760206" cy="792008"/>
        </a:xfrm>
        <a:prstGeom prst="roundRect">
          <a:avLst/>
        </a:prstGeom>
      </dgm:spPr>
    </dgm:pt>
    <dgm:pt modelId="{064FE935-9C76-49A6-A531-75624FAA45AD}" type="pres">
      <dgm:prSet presAssocID="{006492DD-1ABC-4066-B187-97A85DF31949}" presName="descendantText" presStyleLbl="alignAccFollowNode1" presStyleIdx="1" presStyleCnt="2" custScaleX="119491" custScaleY="131837">
        <dgm:presLayoutVars>
          <dgm:bulletEnabled val="1"/>
        </dgm:presLayoutVars>
      </dgm:prSet>
      <dgm:spPr/>
    </dgm:pt>
  </dgm:ptLst>
  <dgm:cxnLst>
    <dgm:cxn modelId="{69778E09-EE30-4222-B779-F64D7F9CF877}" srcId="{BF6744D6-D073-4EA1-AB1B-A269D30B47FC}" destId="{E0A669B8-9F3C-473B-8A70-6089A35540C2}" srcOrd="1" destOrd="0" parTransId="{18B013BE-6092-4EEE-8E00-3D7D541D10F2}" sibTransId="{EB762E86-7F3B-43F9-A542-8530B363B07F}"/>
    <dgm:cxn modelId="{A7B7AE11-137A-4258-9A2C-6307D2E8F16C}" type="presOf" srcId="{C478D3F6-A186-4E77-9D2C-4D9618B0C8B9}" destId="{E7308338-8FB6-4414-B893-D6304D8F1851}" srcOrd="0" destOrd="3" presId="urn:microsoft.com/office/officeart/2005/8/layout/vList5"/>
    <dgm:cxn modelId="{81231212-ED4E-40A1-9338-62F0FD2AA6EE}" srcId="{950D7EC3-3352-4411-9D2B-105893E0F680}" destId="{BF6744D6-D073-4EA1-AB1B-A269D30B47FC}" srcOrd="0" destOrd="0" parTransId="{872116F7-59D6-4503-9313-F7A9424AFADB}" sibTransId="{092ED3BE-C0B0-4988-8954-275842210FD4}"/>
    <dgm:cxn modelId="{A8F7141E-47BA-4F9F-8582-9F402005A027}" type="presOf" srcId="{006492DD-1ABC-4066-B187-97A85DF31949}" destId="{76E90F2A-808B-4BBF-B172-14A6B42AF69E}" srcOrd="0" destOrd="0" presId="urn:microsoft.com/office/officeart/2005/8/layout/vList5"/>
    <dgm:cxn modelId="{A63E2122-9C1B-45BA-B253-2B8EA1A3B844}" type="presOf" srcId="{15BFD1FE-4525-4754-9368-B8D275B80BA2}" destId="{E7308338-8FB6-4414-B893-D6304D8F1851}" srcOrd="0" destOrd="4" presId="urn:microsoft.com/office/officeart/2005/8/layout/vList5"/>
    <dgm:cxn modelId="{B3A7E737-516F-44DA-B0A7-C074BD08CA5A}" srcId="{950D7EC3-3352-4411-9D2B-105893E0F680}" destId="{006492DD-1ABC-4066-B187-97A85DF31949}" srcOrd="1" destOrd="0" parTransId="{F1596B18-8FD5-4A90-B31B-CC1E332F5C52}" sibTransId="{3D08B426-B0CD-47CD-B65A-14E658A6C7F6}"/>
    <dgm:cxn modelId="{94BFFD3E-9DA5-4825-9BE6-2F2E37FF72FE}" type="presOf" srcId="{E0A669B8-9F3C-473B-8A70-6089A35540C2}" destId="{E7308338-8FB6-4414-B893-D6304D8F1851}" srcOrd="0" destOrd="1" presId="urn:microsoft.com/office/officeart/2005/8/layout/vList5"/>
    <dgm:cxn modelId="{5B75B27D-BB2E-40C0-801C-3A0F6EE6AECF}" type="presOf" srcId="{2D6FABBB-F601-4D60-8873-887249F1F6D7}" destId="{E7308338-8FB6-4414-B893-D6304D8F1851}" srcOrd="0" destOrd="0" presId="urn:microsoft.com/office/officeart/2005/8/layout/vList5"/>
    <dgm:cxn modelId="{2141C780-EB29-46DC-B62F-BBD33411637E}" srcId="{BF6744D6-D073-4EA1-AB1B-A269D30B47FC}" destId="{15BFD1FE-4525-4754-9368-B8D275B80BA2}" srcOrd="4" destOrd="0" parTransId="{438624F9-1CC2-4D90-B89C-2F0FF20A0E7D}" sibTransId="{83A7477D-306B-44D1-918B-930E41F61D91}"/>
    <dgm:cxn modelId="{9953E580-4D10-4E7C-92B5-75FB0E68426A}" srcId="{BF6744D6-D073-4EA1-AB1B-A269D30B47FC}" destId="{F464D084-9F81-4E0B-A744-9C5FB0051D22}" srcOrd="2" destOrd="0" parTransId="{03D58AEC-864D-4F2A-8B1C-44E17FC278B9}" sibTransId="{DC629277-8D73-45B1-A9D2-0B758C3DCFBA}"/>
    <dgm:cxn modelId="{798AC382-FF8E-4F31-AD85-BD7214F072E6}" type="presOf" srcId="{DCC6F16C-FB7F-4BFB-B13E-4ED0BCC2623A}" destId="{064FE935-9C76-49A6-A531-75624FAA45AD}" srcOrd="0" destOrd="1" presId="urn:microsoft.com/office/officeart/2005/8/layout/vList5"/>
    <dgm:cxn modelId="{25C60A8D-991E-43EA-9346-AA8BA6618198}" type="presOf" srcId="{F464D084-9F81-4E0B-A744-9C5FB0051D22}" destId="{E7308338-8FB6-4414-B893-D6304D8F1851}" srcOrd="0" destOrd="2" presId="urn:microsoft.com/office/officeart/2005/8/layout/vList5"/>
    <dgm:cxn modelId="{BE60BD8D-F791-4EF7-8655-A371434CA5A9}" srcId="{006492DD-1ABC-4066-B187-97A85DF31949}" destId="{77212809-1C09-4CA5-B9D6-5E84E0AD4756}" srcOrd="2" destOrd="0" parTransId="{BBA6AC20-6F36-48D5-9435-DA5A6F479B3B}" sibTransId="{0F05355D-07EF-4826-B4CD-96B34228BE4F}"/>
    <dgm:cxn modelId="{2A47FA96-021A-4EFB-B632-A77BB27A1DA9}" srcId="{006492DD-1ABC-4066-B187-97A85DF31949}" destId="{610FFB11-C94C-42D9-BDB3-066FE6A174BA}" srcOrd="0" destOrd="0" parTransId="{E64B0B01-4457-46A8-8FE2-75B89DD26D0F}" sibTransId="{C361ED80-9678-4BED-84FE-3A0A3F8981A8}"/>
    <dgm:cxn modelId="{768377A4-389B-498E-8752-A1E0D66F8CF2}" srcId="{BF6744D6-D073-4EA1-AB1B-A269D30B47FC}" destId="{2D6FABBB-F601-4D60-8873-887249F1F6D7}" srcOrd="0" destOrd="0" parTransId="{683BD023-17C4-4E5F-B8A7-550F37771351}" sibTransId="{9D713928-12FE-4DC7-9D00-6B25DDB22DCB}"/>
    <dgm:cxn modelId="{BF68C8C8-BDA4-475D-BD26-DB7A3C5FB093}" srcId="{006492DD-1ABC-4066-B187-97A85DF31949}" destId="{DCC6F16C-FB7F-4BFB-B13E-4ED0BCC2623A}" srcOrd="1" destOrd="0" parTransId="{B7ACDE36-79A4-48EE-A9CF-CFB66F03F230}" sibTransId="{16960F53-6B6E-4997-9244-DE5226887D48}"/>
    <dgm:cxn modelId="{54BCC7CD-7C1F-403D-B5FF-BA81BC737E9E}" srcId="{BF6744D6-D073-4EA1-AB1B-A269D30B47FC}" destId="{AE2D076B-F42A-4AF0-9685-BCF2546E3CCD}" srcOrd="5" destOrd="0" parTransId="{C938D171-18B6-4587-9384-DB070D1F7193}" sibTransId="{807FF861-313C-4AD4-B087-B0959A48AFDF}"/>
    <dgm:cxn modelId="{459C00D0-6362-4729-A3DE-17D8A22CB669}" type="presOf" srcId="{610FFB11-C94C-42D9-BDB3-066FE6A174BA}" destId="{064FE935-9C76-49A6-A531-75624FAA45AD}" srcOrd="0" destOrd="0" presId="urn:microsoft.com/office/officeart/2005/8/layout/vList5"/>
    <dgm:cxn modelId="{3E5EE4D0-58C8-4EC1-9630-7EBE43F14F3A}" type="presOf" srcId="{77212809-1C09-4CA5-B9D6-5E84E0AD4756}" destId="{064FE935-9C76-49A6-A531-75624FAA45AD}" srcOrd="0" destOrd="2" presId="urn:microsoft.com/office/officeart/2005/8/layout/vList5"/>
    <dgm:cxn modelId="{EA985BD2-AA22-45BB-8C7E-64CADDB04F67}" type="presOf" srcId="{950D7EC3-3352-4411-9D2B-105893E0F680}" destId="{E5070AB3-4EAC-4D3A-A831-F190353040FB}" srcOrd="0" destOrd="0" presId="urn:microsoft.com/office/officeart/2005/8/layout/vList5"/>
    <dgm:cxn modelId="{028B35DF-4505-431D-8310-94B0461CEC1C}" srcId="{BF6744D6-D073-4EA1-AB1B-A269D30B47FC}" destId="{C478D3F6-A186-4E77-9D2C-4D9618B0C8B9}" srcOrd="3" destOrd="0" parTransId="{799D0001-1299-4EF1-A40C-E2C37BB97E05}" sibTransId="{0EE93F1C-019A-462B-AD06-A2813EB81824}"/>
    <dgm:cxn modelId="{679B0DEE-5766-4313-9882-A735D667F50F}" type="presOf" srcId="{AE2D076B-F42A-4AF0-9685-BCF2546E3CCD}" destId="{E7308338-8FB6-4414-B893-D6304D8F1851}" srcOrd="0" destOrd="5" presId="urn:microsoft.com/office/officeart/2005/8/layout/vList5"/>
    <dgm:cxn modelId="{33F055FC-ACFD-4911-BFCB-7917585E4502}" type="presOf" srcId="{BF6744D6-D073-4EA1-AB1B-A269D30B47FC}" destId="{B56CA98B-E2E7-4EEA-B848-277523D099F7}" srcOrd="0" destOrd="0" presId="urn:microsoft.com/office/officeart/2005/8/layout/vList5"/>
    <dgm:cxn modelId="{97FBA901-8C0B-41B3-8904-98FBA2058B14}" type="presParOf" srcId="{E5070AB3-4EAC-4D3A-A831-F190353040FB}" destId="{3C55EAD7-18B4-43B0-9E05-AAF87546637D}" srcOrd="0" destOrd="0" presId="urn:microsoft.com/office/officeart/2005/8/layout/vList5"/>
    <dgm:cxn modelId="{381ED283-B735-4A6A-A24D-8C366D0816AB}" type="presParOf" srcId="{3C55EAD7-18B4-43B0-9E05-AAF87546637D}" destId="{B56CA98B-E2E7-4EEA-B848-277523D099F7}" srcOrd="0" destOrd="0" presId="urn:microsoft.com/office/officeart/2005/8/layout/vList5"/>
    <dgm:cxn modelId="{B7600080-958E-41F6-8A76-55BC148AA278}" type="presParOf" srcId="{3C55EAD7-18B4-43B0-9E05-AAF87546637D}" destId="{E7308338-8FB6-4414-B893-D6304D8F1851}" srcOrd="1" destOrd="0" presId="urn:microsoft.com/office/officeart/2005/8/layout/vList5"/>
    <dgm:cxn modelId="{9F2792B9-025F-4C1A-949E-126BFD74DC27}" type="presParOf" srcId="{E5070AB3-4EAC-4D3A-A831-F190353040FB}" destId="{B9B2AB35-EAFC-4879-B977-EFE6B1BA6702}" srcOrd="1" destOrd="0" presId="urn:microsoft.com/office/officeart/2005/8/layout/vList5"/>
    <dgm:cxn modelId="{4AB18EB1-B7BA-4DBC-944E-66921188DCA6}" type="presParOf" srcId="{E5070AB3-4EAC-4D3A-A831-F190353040FB}" destId="{05BF677E-CE37-4C15-80C0-02970CEDD0B7}" srcOrd="2" destOrd="0" presId="urn:microsoft.com/office/officeart/2005/8/layout/vList5"/>
    <dgm:cxn modelId="{52BFEE93-3B8A-4298-A0FC-AEB8C80C5E0C}" type="presParOf" srcId="{05BF677E-CE37-4C15-80C0-02970CEDD0B7}" destId="{76E90F2A-808B-4BBF-B172-14A6B42AF69E}" srcOrd="0" destOrd="0" presId="urn:microsoft.com/office/officeart/2005/8/layout/vList5"/>
    <dgm:cxn modelId="{AE87FEA9-C346-40B5-B53A-857533F2F58D}" type="presParOf" srcId="{05BF677E-CE37-4C15-80C0-02970CEDD0B7}" destId="{064FE935-9C76-49A6-A531-75624FAA45A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50D7EC3-3352-4411-9D2B-105893E0F680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6744D6-D073-4EA1-AB1B-A269D30B47FC}">
      <dgm:prSet phldrT="[Texte]" phldr="0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pPr marL="0"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Choix du meilleur modèle</a:t>
          </a:r>
        </a:p>
      </dgm:t>
    </dgm:pt>
    <dgm:pt modelId="{872116F7-59D6-4503-9313-F7A9424AFADB}" type="par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92ED3BE-C0B0-4988-8954-275842210FD4}" type="sib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2D6FABBB-F601-4D60-8873-887249F1F6D7}">
      <dgm:prSet phldrT="[Texte]" phldr="0" custT="1"/>
      <dgm:spPr>
        <a:solidFill>
          <a:schemeClr val="bg2">
            <a:lumMod val="90000"/>
          </a:schemeClr>
        </a:solidFill>
        <a:ln>
          <a:solidFill>
            <a:schemeClr val="accent1">
              <a:tint val="40000"/>
              <a:hueOff val="0"/>
              <a:satOff val="0"/>
              <a:lumOff val="0"/>
            </a:schemeClr>
          </a:solidFill>
        </a:ln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Le modèle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XGBoost</a:t>
          </a: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 est retenu comme modèle final, car il présente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le meilleur rappel (0.86), le meilleur F1‑score (0.76) et le même ROC-AUC (0.91)</a:t>
          </a: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 que le modèle HistGradientBoosting sur le jeu de test, critères prioritaires dans un contexte de détection de fraude.</a:t>
          </a:r>
        </a:p>
      </dgm:t>
    </dgm:pt>
    <dgm:pt modelId="{683BD023-17C4-4E5F-B8A7-550F37771351}" type="par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9D713928-12FE-4DC7-9D00-6B25DDB22DCB}" type="sib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3DEE75FA-29A5-49B7-BEF5-0CA5FB8BD03C}">
      <dgm:prSet phldrT="[Texte]" phldr="0" custT="1"/>
      <dgm:spPr>
        <a:solidFill>
          <a:schemeClr val="bg2">
            <a:lumMod val="90000"/>
          </a:schemeClr>
        </a:solidFill>
        <a:ln>
          <a:solidFill>
            <a:schemeClr val="accent1">
              <a:tint val="40000"/>
              <a:hueOff val="0"/>
              <a:satOff val="0"/>
              <a:lumOff val="0"/>
            </a:schemeClr>
          </a:solidFill>
        </a:ln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None/>
          </a:pP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•	XGBoost est retenu car il offre le meilleur compromis entre détection de fraude et robustesse.</a:t>
          </a:r>
        </a:p>
      </dgm:t>
    </dgm:pt>
    <dgm:pt modelId="{6ABE996B-9A2F-4AF0-AF19-447F1244A1B9}" type="parTrans" cxnId="{AFB0DABF-DADA-4F35-B16C-8C00A0EA482D}">
      <dgm:prSet/>
      <dgm:spPr/>
      <dgm:t>
        <a:bodyPr/>
        <a:lstStyle/>
        <a:p>
          <a:endParaRPr lang="fr-FR"/>
        </a:p>
      </dgm:t>
    </dgm:pt>
    <dgm:pt modelId="{B2967A0F-7837-4961-A791-10D76746F5D7}" type="sibTrans" cxnId="{AFB0DABF-DADA-4F35-B16C-8C00A0EA482D}">
      <dgm:prSet/>
      <dgm:spPr/>
      <dgm:t>
        <a:bodyPr/>
        <a:lstStyle/>
        <a:p>
          <a:endParaRPr lang="fr-FR"/>
        </a:p>
      </dgm:t>
    </dgm:pt>
    <dgm:pt modelId="{4FB94A57-4110-46EE-93A2-937F84852549}">
      <dgm:prSet custT="1"/>
      <dgm:spPr>
        <a:solidFill>
          <a:schemeClr val="bg2">
            <a:lumMod val="90000"/>
          </a:schemeClr>
        </a:solidFill>
        <a:ln>
          <a:solidFill>
            <a:schemeClr val="accent1">
              <a:tint val="40000"/>
              <a:hueOff val="0"/>
              <a:satOff val="0"/>
              <a:lumOff val="0"/>
            </a:schemeClr>
          </a:solidFill>
        </a:ln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None/>
          </a:pP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•	Le Recall est ici prioritaire car manquer une fraude est particulièrement coûteux.</a:t>
          </a:r>
        </a:p>
      </dgm:t>
    </dgm:pt>
    <dgm:pt modelId="{60A6393F-7E6A-44F8-A7FD-366AE0DAB3F7}" type="parTrans" cxnId="{C506EEC7-1C19-4214-88BE-73EB494B2EDE}">
      <dgm:prSet/>
      <dgm:spPr/>
      <dgm:t>
        <a:bodyPr/>
        <a:lstStyle/>
        <a:p>
          <a:endParaRPr lang="fr-FR"/>
        </a:p>
      </dgm:t>
    </dgm:pt>
    <dgm:pt modelId="{39397271-4081-4E51-80C0-69418B5BEDCF}" type="sibTrans" cxnId="{C506EEC7-1C19-4214-88BE-73EB494B2EDE}">
      <dgm:prSet/>
      <dgm:spPr/>
      <dgm:t>
        <a:bodyPr/>
        <a:lstStyle/>
        <a:p>
          <a:endParaRPr lang="fr-FR"/>
        </a:p>
      </dgm:t>
    </dgm:pt>
    <dgm:pt modelId="{E5070AB3-4EAC-4D3A-A831-F190353040FB}" type="pres">
      <dgm:prSet presAssocID="{950D7EC3-3352-4411-9D2B-105893E0F680}" presName="Name0" presStyleCnt="0">
        <dgm:presLayoutVars>
          <dgm:dir/>
          <dgm:animLvl val="lvl"/>
          <dgm:resizeHandles val="exact"/>
        </dgm:presLayoutVars>
      </dgm:prSet>
      <dgm:spPr/>
    </dgm:pt>
    <dgm:pt modelId="{3C55EAD7-18B4-43B0-9E05-AAF87546637D}" type="pres">
      <dgm:prSet presAssocID="{BF6744D6-D073-4EA1-AB1B-A269D30B47FC}" presName="linNode" presStyleCnt="0"/>
      <dgm:spPr/>
    </dgm:pt>
    <dgm:pt modelId="{B56CA98B-E2E7-4EEA-B848-277523D099F7}" type="pres">
      <dgm:prSet presAssocID="{BF6744D6-D073-4EA1-AB1B-A269D30B47FC}" presName="parentText" presStyleLbl="node1" presStyleIdx="0" presStyleCnt="1" custScaleX="52170" custScaleY="100098" custLinFactNeighborY="2856">
        <dgm:presLayoutVars>
          <dgm:chMax val="1"/>
          <dgm:bulletEnabled val="1"/>
        </dgm:presLayoutVars>
      </dgm:prSet>
      <dgm:spPr>
        <a:xfrm>
          <a:off x="254" y="0"/>
          <a:ext cx="869486" cy="1345075"/>
        </a:xfrm>
        <a:prstGeom prst="roundRect">
          <a:avLst/>
        </a:prstGeom>
      </dgm:spPr>
    </dgm:pt>
    <dgm:pt modelId="{E7308338-8FB6-4414-B893-D6304D8F1851}" type="pres">
      <dgm:prSet presAssocID="{BF6744D6-D073-4EA1-AB1B-A269D30B47FC}" presName="descendantText" presStyleLbl="alignAccFollowNode1" presStyleIdx="0" presStyleCnt="1" custScaleX="180951" custScaleY="117624">
        <dgm:presLayoutVars>
          <dgm:bulletEnabled val="1"/>
        </dgm:presLayoutVars>
      </dgm:prSet>
      <dgm:spPr/>
    </dgm:pt>
  </dgm:ptLst>
  <dgm:cxnLst>
    <dgm:cxn modelId="{81231212-ED4E-40A1-9338-62F0FD2AA6EE}" srcId="{950D7EC3-3352-4411-9D2B-105893E0F680}" destId="{BF6744D6-D073-4EA1-AB1B-A269D30B47FC}" srcOrd="0" destOrd="0" parTransId="{872116F7-59D6-4503-9313-F7A9424AFADB}" sibTransId="{092ED3BE-C0B0-4988-8954-275842210FD4}"/>
    <dgm:cxn modelId="{23EA911C-1AEA-4DC6-A5FB-E5B4B1EFD5C9}" type="presOf" srcId="{4FB94A57-4110-46EE-93A2-937F84852549}" destId="{E7308338-8FB6-4414-B893-D6304D8F1851}" srcOrd="0" destOrd="2" presId="urn:microsoft.com/office/officeart/2005/8/layout/vList5"/>
    <dgm:cxn modelId="{5B75B27D-BB2E-40C0-801C-3A0F6EE6AECF}" type="presOf" srcId="{2D6FABBB-F601-4D60-8873-887249F1F6D7}" destId="{E7308338-8FB6-4414-B893-D6304D8F1851}" srcOrd="0" destOrd="0" presId="urn:microsoft.com/office/officeart/2005/8/layout/vList5"/>
    <dgm:cxn modelId="{768377A4-389B-498E-8752-A1E0D66F8CF2}" srcId="{BF6744D6-D073-4EA1-AB1B-A269D30B47FC}" destId="{2D6FABBB-F601-4D60-8873-887249F1F6D7}" srcOrd="0" destOrd="0" parTransId="{683BD023-17C4-4E5F-B8A7-550F37771351}" sibTransId="{9D713928-12FE-4DC7-9D00-6B25DDB22DCB}"/>
    <dgm:cxn modelId="{AFB0DABF-DADA-4F35-B16C-8C00A0EA482D}" srcId="{BF6744D6-D073-4EA1-AB1B-A269D30B47FC}" destId="{3DEE75FA-29A5-49B7-BEF5-0CA5FB8BD03C}" srcOrd="1" destOrd="0" parTransId="{6ABE996B-9A2F-4AF0-AF19-447F1244A1B9}" sibTransId="{B2967A0F-7837-4961-A791-10D76746F5D7}"/>
    <dgm:cxn modelId="{C506EEC7-1C19-4214-88BE-73EB494B2EDE}" srcId="{BF6744D6-D073-4EA1-AB1B-A269D30B47FC}" destId="{4FB94A57-4110-46EE-93A2-937F84852549}" srcOrd="2" destOrd="0" parTransId="{60A6393F-7E6A-44F8-A7FD-366AE0DAB3F7}" sibTransId="{39397271-4081-4E51-80C0-69418B5BEDCF}"/>
    <dgm:cxn modelId="{2A9B68C9-10E9-4BD0-83E2-6B070B8A515D}" type="presOf" srcId="{3DEE75FA-29A5-49B7-BEF5-0CA5FB8BD03C}" destId="{E7308338-8FB6-4414-B893-D6304D8F1851}" srcOrd="0" destOrd="1" presId="urn:microsoft.com/office/officeart/2005/8/layout/vList5"/>
    <dgm:cxn modelId="{EA985BD2-AA22-45BB-8C7E-64CADDB04F67}" type="presOf" srcId="{950D7EC3-3352-4411-9D2B-105893E0F680}" destId="{E5070AB3-4EAC-4D3A-A831-F190353040FB}" srcOrd="0" destOrd="0" presId="urn:microsoft.com/office/officeart/2005/8/layout/vList5"/>
    <dgm:cxn modelId="{33F055FC-ACFD-4911-BFCB-7917585E4502}" type="presOf" srcId="{BF6744D6-D073-4EA1-AB1B-A269D30B47FC}" destId="{B56CA98B-E2E7-4EEA-B848-277523D099F7}" srcOrd="0" destOrd="0" presId="urn:microsoft.com/office/officeart/2005/8/layout/vList5"/>
    <dgm:cxn modelId="{97FBA901-8C0B-41B3-8904-98FBA2058B14}" type="presParOf" srcId="{E5070AB3-4EAC-4D3A-A831-F190353040FB}" destId="{3C55EAD7-18B4-43B0-9E05-AAF87546637D}" srcOrd="0" destOrd="0" presId="urn:microsoft.com/office/officeart/2005/8/layout/vList5"/>
    <dgm:cxn modelId="{381ED283-B735-4A6A-A24D-8C366D0816AB}" type="presParOf" srcId="{3C55EAD7-18B4-43B0-9E05-AAF87546637D}" destId="{B56CA98B-E2E7-4EEA-B848-277523D099F7}" srcOrd="0" destOrd="0" presId="urn:microsoft.com/office/officeart/2005/8/layout/vList5"/>
    <dgm:cxn modelId="{B7600080-958E-41F6-8A76-55BC148AA278}" type="presParOf" srcId="{3C55EAD7-18B4-43B0-9E05-AAF87546637D}" destId="{E7308338-8FB6-4414-B893-D6304D8F1851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50D7EC3-3352-4411-9D2B-105893E0F680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6744D6-D073-4EA1-AB1B-A269D30B47FC}">
      <dgm:prSet phldrT="[Texte]" phldr="0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pPr marL="0"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Optimisation des hyperparamètres des 3 meilleurs modèles: HistGradientBoosting, GradientBoosting et XGBoost</a:t>
          </a:r>
        </a:p>
      </dgm:t>
    </dgm:pt>
    <dgm:pt modelId="{872116F7-59D6-4503-9313-F7A9424AFADB}" type="par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92ED3BE-C0B0-4988-8954-275842210FD4}" type="sibTrans" cxnId="{81231212-ED4E-40A1-9338-62F0FD2AA6E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2D6FABBB-F601-4D60-8873-887249F1F6D7}">
      <dgm:prSet phldrT="[Texte]" phldr="0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Optimisation des hyperparamètres par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RandomizedSearchCV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 et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GridSearchCV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, appliqués aux Pipelines intégrant les prétraitements</a:t>
          </a:r>
        </a:p>
      </dgm:t>
    </dgm:pt>
    <dgm:pt modelId="{683BD023-17C4-4E5F-B8A7-550F37771351}" type="par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9D713928-12FE-4DC7-9D00-6B25DDB22DCB}" type="sibTrans" cxnId="{768377A4-389B-498E-8752-A1E0D66F8CF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15BFD1FE-4525-4754-9368-B8D275B80BA2}">
      <dgm:prSet phldrT="[Texte]" phldr="0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une validation croisée stratifiée à 5 plis est utilisée, avec le ROC‑AUC comme métrique d’optimisation </a:t>
          </a:r>
        </a:p>
      </dgm:t>
    </dgm:pt>
    <dgm:pt modelId="{438624F9-1CC2-4D90-B89C-2F0FF20A0E7D}" type="parTrans" cxnId="{2141C780-EB29-46DC-B62F-BBD33411637E}">
      <dgm:prSet/>
      <dgm:spPr/>
      <dgm:t>
        <a:bodyPr/>
        <a:lstStyle/>
        <a:p>
          <a:endParaRPr lang="fr-FR"/>
        </a:p>
      </dgm:t>
    </dgm:pt>
    <dgm:pt modelId="{83A7477D-306B-44D1-918B-930E41F61D91}" type="sibTrans" cxnId="{2141C780-EB29-46DC-B62F-BBD33411637E}">
      <dgm:prSet/>
      <dgm:spPr/>
      <dgm:t>
        <a:bodyPr/>
        <a:lstStyle/>
        <a:p>
          <a:endParaRPr lang="fr-FR"/>
        </a:p>
      </dgm:t>
    </dgm:pt>
    <dgm:pt modelId="{E5070AB3-4EAC-4D3A-A831-F190353040FB}" type="pres">
      <dgm:prSet presAssocID="{950D7EC3-3352-4411-9D2B-105893E0F680}" presName="Name0" presStyleCnt="0">
        <dgm:presLayoutVars>
          <dgm:dir/>
          <dgm:animLvl val="lvl"/>
          <dgm:resizeHandles val="exact"/>
        </dgm:presLayoutVars>
      </dgm:prSet>
      <dgm:spPr/>
    </dgm:pt>
    <dgm:pt modelId="{3C55EAD7-18B4-43B0-9E05-AAF87546637D}" type="pres">
      <dgm:prSet presAssocID="{BF6744D6-D073-4EA1-AB1B-A269D30B47FC}" presName="linNode" presStyleCnt="0"/>
      <dgm:spPr/>
    </dgm:pt>
    <dgm:pt modelId="{B56CA98B-E2E7-4EEA-B848-277523D099F7}" type="pres">
      <dgm:prSet presAssocID="{BF6744D6-D073-4EA1-AB1B-A269D30B47FC}" presName="parentText" presStyleLbl="node1" presStyleIdx="0" presStyleCnt="1" custScaleX="116376" custScaleY="88469" custLinFactNeighborY="-896">
        <dgm:presLayoutVars>
          <dgm:chMax val="1"/>
          <dgm:bulletEnabled val="1"/>
        </dgm:presLayoutVars>
      </dgm:prSet>
      <dgm:spPr>
        <a:xfrm>
          <a:off x="254" y="0"/>
          <a:ext cx="869486" cy="1345075"/>
        </a:xfrm>
        <a:prstGeom prst="roundRect">
          <a:avLst/>
        </a:prstGeom>
      </dgm:spPr>
    </dgm:pt>
    <dgm:pt modelId="{E7308338-8FB6-4414-B893-D6304D8F1851}" type="pres">
      <dgm:prSet presAssocID="{BF6744D6-D073-4EA1-AB1B-A269D30B47FC}" presName="descendantText" presStyleLbl="alignAccFollowNode1" presStyleIdx="0" presStyleCnt="1" custScaleX="180951" custScaleY="84456" custLinFactNeighborY="2142">
        <dgm:presLayoutVars>
          <dgm:bulletEnabled val="1"/>
        </dgm:presLayoutVars>
      </dgm:prSet>
      <dgm:spPr/>
    </dgm:pt>
  </dgm:ptLst>
  <dgm:cxnLst>
    <dgm:cxn modelId="{81231212-ED4E-40A1-9338-62F0FD2AA6EE}" srcId="{950D7EC3-3352-4411-9D2B-105893E0F680}" destId="{BF6744D6-D073-4EA1-AB1B-A269D30B47FC}" srcOrd="0" destOrd="0" parTransId="{872116F7-59D6-4503-9313-F7A9424AFADB}" sibTransId="{092ED3BE-C0B0-4988-8954-275842210FD4}"/>
    <dgm:cxn modelId="{A63E2122-9C1B-45BA-B253-2B8EA1A3B844}" type="presOf" srcId="{15BFD1FE-4525-4754-9368-B8D275B80BA2}" destId="{E7308338-8FB6-4414-B893-D6304D8F1851}" srcOrd="0" destOrd="1" presId="urn:microsoft.com/office/officeart/2005/8/layout/vList5"/>
    <dgm:cxn modelId="{5B75B27D-BB2E-40C0-801C-3A0F6EE6AECF}" type="presOf" srcId="{2D6FABBB-F601-4D60-8873-887249F1F6D7}" destId="{E7308338-8FB6-4414-B893-D6304D8F1851}" srcOrd="0" destOrd="0" presId="urn:microsoft.com/office/officeart/2005/8/layout/vList5"/>
    <dgm:cxn modelId="{2141C780-EB29-46DC-B62F-BBD33411637E}" srcId="{BF6744D6-D073-4EA1-AB1B-A269D30B47FC}" destId="{15BFD1FE-4525-4754-9368-B8D275B80BA2}" srcOrd="1" destOrd="0" parTransId="{438624F9-1CC2-4D90-B89C-2F0FF20A0E7D}" sibTransId="{83A7477D-306B-44D1-918B-930E41F61D91}"/>
    <dgm:cxn modelId="{768377A4-389B-498E-8752-A1E0D66F8CF2}" srcId="{BF6744D6-D073-4EA1-AB1B-A269D30B47FC}" destId="{2D6FABBB-F601-4D60-8873-887249F1F6D7}" srcOrd="0" destOrd="0" parTransId="{683BD023-17C4-4E5F-B8A7-550F37771351}" sibTransId="{9D713928-12FE-4DC7-9D00-6B25DDB22DCB}"/>
    <dgm:cxn modelId="{EA985BD2-AA22-45BB-8C7E-64CADDB04F67}" type="presOf" srcId="{950D7EC3-3352-4411-9D2B-105893E0F680}" destId="{E5070AB3-4EAC-4D3A-A831-F190353040FB}" srcOrd="0" destOrd="0" presId="urn:microsoft.com/office/officeart/2005/8/layout/vList5"/>
    <dgm:cxn modelId="{33F055FC-ACFD-4911-BFCB-7917585E4502}" type="presOf" srcId="{BF6744D6-D073-4EA1-AB1B-A269D30B47FC}" destId="{B56CA98B-E2E7-4EEA-B848-277523D099F7}" srcOrd="0" destOrd="0" presId="urn:microsoft.com/office/officeart/2005/8/layout/vList5"/>
    <dgm:cxn modelId="{97FBA901-8C0B-41B3-8904-98FBA2058B14}" type="presParOf" srcId="{E5070AB3-4EAC-4D3A-A831-F190353040FB}" destId="{3C55EAD7-18B4-43B0-9E05-AAF87546637D}" srcOrd="0" destOrd="0" presId="urn:microsoft.com/office/officeart/2005/8/layout/vList5"/>
    <dgm:cxn modelId="{381ED283-B735-4A6A-A24D-8C366D0816AB}" type="presParOf" srcId="{3C55EAD7-18B4-43B0-9E05-AAF87546637D}" destId="{B56CA98B-E2E7-4EEA-B848-277523D099F7}" srcOrd="0" destOrd="0" presId="urn:microsoft.com/office/officeart/2005/8/layout/vList5"/>
    <dgm:cxn modelId="{B7600080-958E-41F6-8A76-55BC148AA278}" type="presParOf" srcId="{3C55EAD7-18B4-43B0-9E05-AAF87546637D}" destId="{E7308338-8FB6-4414-B893-D6304D8F185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50D7EC3-3352-4411-9D2B-105893E0F68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D8A4727-1F7C-48F8-A56D-533E1869A776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 spcFirstLastPara="0" vert="horz" wrap="square" lIns="247650" tIns="123825" rIns="247650" bIns="123825" numCol="1" spcCol="1270" anchor="ctr" anchorCtr="0"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Recall = 0,8571</a:t>
          </a:r>
        </a:p>
      </dgm:t>
    </dgm:pt>
    <dgm:pt modelId="{546AB100-B3D0-44DB-9130-83B1D11974D8}" type="parTrans" cxnId="{27643283-0F90-48C0-A627-16F64D3BCDB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9EB0393D-1C8A-47D5-97D1-3F839A85883F}" type="sibTrans" cxnId="{27643283-0F90-48C0-A627-16F64D3BCDB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B1733E66-FE7A-4109-BF40-F0544A13F745}">
      <dgm:prSet phldrT="[Texte]" phldr="0" custT="1"/>
      <dgm:spPr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38100" tIns="19050" rIns="38100" bIns="190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Ajustement du seuil de décision du modèle XGBoost de 0,50 à 0,49</a:t>
          </a:r>
        </a:p>
      </dgm:t>
    </dgm:pt>
    <dgm:pt modelId="{BBA2F7CE-FA9E-408C-A7DB-68DDE583498D}" type="sibTrans" cxnId="{1E989C9A-92CB-43D9-8FA6-B9BAE8FD957D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ED77B833-0F91-476F-8F06-8971D439CB39}" type="parTrans" cxnId="{1E989C9A-92CB-43D9-8FA6-B9BAE8FD957D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F758E88-20D0-4164-BCF8-BA5E94318AFB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 spcFirstLastPara="0" vert="horz" wrap="square" lIns="247650" tIns="123825" rIns="247650" bIns="123825" numCol="1" spcCol="1270" anchor="ctr" anchorCtr="0"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F1-score = 0,7568</a:t>
          </a:r>
        </a:p>
      </dgm:t>
    </dgm:pt>
    <dgm:pt modelId="{91542565-5C2D-4D6D-A972-9E13072D363B}" type="parTrans" cxnId="{F4762AA4-2ED1-4163-AA18-01CA6B45A7E0}">
      <dgm:prSet/>
      <dgm:spPr/>
      <dgm:t>
        <a:bodyPr/>
        <a:lstStyle/>
        <a:p>
          <a:endParaRPr lang="fr-FR"/>
        </a:p>
      </dgm:t>
    </dgm:pt>
    <dgm:pt modelId="{C0641103-A2A4-4114-AD10-315BD051D7F8}" type="sibTrans" cxnId="{F4762AA4-2ED1-4163-AA18-01CA6B45A7E0}">
      <dgm:prSet/>
      <dgm:spPr/>
      <dgm:t>
        <a:bodyPr/>
        <a:lstStyle/>
        <a:p>
          <a:endParaRPr lang="fr-FR"/>
        </a:p>
      </dgm:t>
    </dgm:pt>
    <dgm:pt modelId="{FBCF3A1B-5202-4E48-B6F4-4F8532B92C08}">
      <dgm:prSet phldrT="[Texte]"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 spcFirstLastPara="0" vert="horz" wrap="square" lIns="247650" tIns="123825" rIns="247650" bIns="123825" numCol="1" spcCol="1270" anchor="ctr" anchorCtr="0"/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Précision = 0,6774</a:t>
          </a:r>
        </a:p>
      </dgm:t>
    </dgm:pt>
    <dgm:pt modelId="{B7C752F9-11C3-4B80-862A-48A703A52DBF}" type="parTrans" cxnId="{26243865-D508-4D80-9A68-BD4F1F60319F}">
      <dgm:prSet/>
      <dgm:spPr/>
      <dgm:t>
        <a:bodyPr/>
        <a:lstStyle/>
        <a:p>
          <a:endParaRPr lang="fr-FR"/>
        </a:p>
      </dgm:t>
    </dgm:pt>
    <dgm:pt modelId="{5B88DF9E-A8C9-41C1-9646-7D55705D10B8}" type="sibTrans" cxnId="{26243865-D508-4D80-9A68-BD4F1F60319F}">
      <dgm:prSet/>
      <dgm:spPr/>
      <dgm:t>
        <a:bodyPr/>
        <a:lstStyle/>
        <a:p>
          <a:endParaRPr lang="fr-FR"/>
        </a:p>
      </dgm:t>
    </dgm:pt>
    <dgm:pt modelId="{E5070AB3-4EAC-4D3A-A831-F190353040FB}" type="pres">
      <dgm:prSet presAssocID="{950D7EC3-3352-4411-9D2B-105893E0F680}" presName="Name0" presStyleCnt="0">
        <dgm:presLayoutVars>
          <dgm:dir/>
          <dgm:animLvl val="lvl"/>
          <dgm:resizeHandles val="exact"/>
        </dgm:presLayoutVars>
      </dgm:prSet>
      <dgm:spPr/>
    </dgm:pt>
    <dgm:pt modelId="{03481C49-EFF8-4BDA-B417-8D975DFE8A48}" type="pres">
      <dgm:prSet presAssocID="{B1733E66-FE7A-4109-BF40-F0544A13F745}" presName="linNode" presStyleCnt="0"/>
      <dgm:spPr/>
    </dgm:pt>
    <dgm:pt modelId="{83FFE1FB-3444-47DA-90E0-062E839F6341}" type="pres">
      <dgm:prSet presAssocID="{B1733E66-FE7A-4109-BF40-F0544A13F745}" presName="parentText" presStyleLbl="node1" presStyleIdx="0" presStyleCnt="1" custScaleX="77123" custLinFactNeighborX="-2861" custLinFactNeighborY="-49">
        <dgm:presLayoutVars>
          <dgm:chMax val="1"/>
          <dgm:bulletEnabled val="1"/>
        </dgm:presLayoutVars>
      </dgm:prSet>
      <dgm:spPr>
        <a:xfrm>
          <a:off x="0" y="0"/>
          <a:ext cx="1259084" cy="2158130"/>
        </a:xfrm>
        <a:prstGeom prst="roundRect">
          <a:avLst/>
        </a:prstGeom>
      </dgm:spPr>
    </dgm:pt>
    <dgm:pt modelId="{EB302A1F-D9BE-4883-AF20-6AC9EC5F2BA5}" type="pres">
      <dgm:prSet presAssocID="{B1733E66-FE7A-4109-BF40-F0544A13F745}" presName="descendantText" presStyleLbl="alignAccFollowNode1" presStyleIdx="0" presStyleCnt="1" custScaleX="121356">
        <dgm:presLayoutVars>
          <dgm:bulletEnabled val="1"/>
        </dgm:presLayoutVars>
      </dgm:prSet>
      <dgm:spPr>
        <a:xfrm rot="5400000">
          <a:off x="1515018" y="-39066"/>
          <a:ext cx="1726504" cy="2238372"/>
        </a:xfrm>
        <a:prstGeom prst="round2SameRect">
          <a:avLst/>
        </a:prstGeom>
      </dgm:spPr>
    </dgm:pt>
  </dgm:ptLst>
  <dgm:cxnLst>
    <dgm:cxn modelId="{26243865-D508-4D80-9A68-BD4F1F60319F}" srcId="{B1733E66-FE7A-4109-BF40-F0544A13F745}" destId="{FBCF3A1B-5202-4E48-B6F4-4F8532B92C08}" srcOrd="1" destOrd="0" parTransId="{B7C752F9-11C3-4B80-862A-48A703A52DBF}" sibTransId="{5B88DF9E-A8C9-41C1-9646-7D55705D10B8}"/>
    <dgm:cxn modelId="{27643283-0F90-48C0-A627-16F64D3BCDB7}" srcId="{B1733E66-FE7A-4109-BF40-F0544A13F745}" destId="{FD8A4727-1F7C-48F8-A56D-533E1869A776}" srcOrd="0" destOrd="0" parTransId="{546AB100-B3D0-44DB-9130-83B1D11974D8}" sibTransId="{9EB0393D-1C8A-47D5-97D1-3F839A85883F}"/>
    <dgm:cxn modelId="{0DEF8E8A-E078-485E-BC7C-FA7148C69251}" type="presOf" srcId="{FBCF3A1B-5202-4E48-B6F4-4F8532B92C08}" destId="{EB302A1F-D9BE-4883-AF20-6AC9EC5F2BA5}" srcOrd="0" destOrd="1" presId="urn:microsoft.com/office/officeart/2005/8/layout/vList5"/>
    <dgm:cxn modelId="{1E989C9A-92CB-43D9-8FA6-B9BAE8FD957D}" srcId="{950D7EC3-3352-4411-9D2B-105893E0F680}" destId="{B1733E66-FE7A-4109-BF40-F0544A13F745}" srcOrd="0" destOrd="0" parTransId="{ED77B833-0F91-476F-8F06-8971D439CB39}" sibTransId="{BBA2F7CE-FA9E-408C-A7DB-68DDE583498D}"/>
    <dgm:cxn modelId="{9E87BBA1-F186-4C28-97E1-66B5C613C1FE}" type="presOf" srcId="{FD8A4727-1F7C-48F8-A56D-533E1869A776}" destId="{EB302A1F-D9BE-4883-AF20-6AC9EC5F2BA5}" srcOrd="0" destOrd="0" presId="urn:microsoft.com/office/officeart/2005/8/layout/vList5"/>
    <dgm:cxn modelId="{F4762AA4-2ED1-4163-AA18-01CA6B45A7E0}" srcId="{B1733E66-FE7A-4109-BF40-F0544A13F745}" destId="{0F758E88-20D0-4164-BCF8-BA5E94318AFB}" srcOrd="2" destOrd="0" parTransId="{91542565-5C2D-4D6D-A972-9E13072D363B}" sibTransId="{C0641103-A2A4-4114-AD10-315BD051D7F8}"/>
    <dgm:cxn modelId="{2995DAB9-5FDE-448D-BCB2-95D97095E0E3}" type="presOf" srcId="{0F758E88-20D0-4164-BCF8-BA5E94318AFB}" destId="{EB302A1F-D9BE-4883-AF20-6AC9EC5F2BA5}" srcOrd="0" destOrd="2" presId="urn:microsoft.com/office/officeart/2005/8/layout/vList5"/>
    <dgm:cxn modelId="{BD908ACC-9A7A-4DB2-997C-5985ECF2CDB7}" type="presOf" srcId="{B1733E66-FE7A-4109-BF40-F0544A13F745}" destId="{83FFE1FB-3444-47DA-90E0-062E839F6341}" srcOrd="0" destOrd="0" presId="urn:microsoft.com/office/officeart/2005/8/layout/vList5"/>
    <dgm:cxn modelId="{EA985BD2-AA22-45BB-8C7E-64CADDB04F67}" type="presOf" srcId="{950D7EC3-3352-4411-9D2B-105893E0F680}" destId="{E5070AB3-4EAC-4D3A-A831-F190353040FB}" srcOrd="0" destOrd="0" presId="urn:microsoft.com/office/officeart/2005/8/layout/vList5"/>
    <dgm:cxn modelId="{47772981-341D-48EB-8BEA-66B574A32EB9}" type="presParOf" srcId="{E5070AB3-4EAC-4D3A-A831-F190353040FB}" destId="{03481C49-EFF8-4BDA-B417-8D975DFE8A48}" srcOrd="0" destOrd="0" presId="urn:microsoft.com/office/officeart/2005/8/layout/vList5"/>
    <dgm:cxn modelId="{F3F36282-1751-4F9D-ACE6-1DA75493F6B3}" type="presParOf" srcId="{03481C49-EFF8-4BDA-B417-8D975DFE8A48}" destId="{83FFE1FB-3444-47DA-90E0-062E839F6341}" srcOrd="0" destOrd="0" presId="urn:microsoft.com/office/officeart/2005/8/layout/vList5"/>
    <dgm:cxn modelId="{2F3985A3-5787-4C28-8342-E59192E0FBB5}" type="presParOf" srcId="{03481C49-EFF8-4BDA-B417-8D975DFE8A48}" destId="{EB302A1F-D9BE-4883-AF20-6AC9EC5F2BA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BB1409D-03E1-40E5-8B3A-B3F23495D4C0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59A2DED-F0B6-4ABF-9679-9EBB159AC63A}">
      <dgm:prSet phldrT="[Texte]" phldr="0" custT="1"/>
      <dgm:spPr/>
      <dgm:t>
        <a:bodyPr/>
        <a:lstStyle/>
        <a:p>
          <a:pPr algn="ctr"/>
          <a:r>
            <a:rPr lang="fr-FR" sz="1000" dirty="0">
              <a:latin typeface="Montserrat" panose="00000500000000000000" pitchFamily="2" charset="0"/>
            </a:rPr>
            <a:t>Démarche complète</a:t>
          </a:r>
        </a:p>
      </dgm:t>
    </dgm:pt>
    <dgm:pt modelId="{031D1352-01AE-4AEA-AE7C-B21C4278D79F}" type="parTrans" cxnId="{B4539E36-ACF4-4804-869B-596E303B570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55BFD110-3ED7-4472-B499-94C24365D674}" type="sibTrans" cxnId="{B4539E36-ACF4-4804-869B-596E303B570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57CDC3DC-F931-418F-9802-06EE1AE2468C}">
      <dgm:prSet phldrT="[Texte]" custT="1"/>
      <dgm:spPr/>
      <dgm:t>
        <a:bodyPr/>
        <a:lstStyle/>
        <a:p>
          <a:pPr algn="just"/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Le projet a permis de construire un </a:t>
          </a:r>
          <a:r>
            <a:rPr lang="fr-FR" sz="1000" b="1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pipeline complet de détection de fraude</a:t>
          </a:r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 sur des sinistres d’assurance en suivant toutes les étapes de data science (Exploration, préparation, modélisation, interprétation et évaluation finale).</a:t>
          </a:r>
        </a:p>
      </dgm:t>
    </dgm:pt>
    <dgm:pt modelId="{B5ED5B47-17A5-440F-97DC-6AC9CDA652BB}" type="parTrans" cxnId="{F130C008-39F8-45CB-B3DB-BE0C371A685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12DBD2F0-C354-493D-89FD-B1B15ACC9A6D}" type="sibTrans" cxnId="{F130C008-39F8-45CB-B3DB-BE0C371A6852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A2BD727C-D4F7-4A56-9213-C93321704D3F}">
      <dgm:prSet phldrT="[Texte]" phldr="0" custT="1"/>
      <dgm:spPr/>
      <dgm:t>
        <a:bodyPr/>
        <a:lstStyle/>
        <a:p>
          <a:pPr algn="ctr"/>
          <a:r>
            <a:rPr lang="fr-FR" sz="1000" dirty="0">
              <a:latin typeface="Montserrat" panose="00000500000000000000" pitchFamily="2" charset="0"/>
            </a:rPr>
            <a:t>Un modèle optimisé et robuste </a:t>
          </a:r>
        </a:p>
      </dgm:t>
    </dgm:pt>
    <dgm:pt modelId="{6CD3654B-B168-4D00-8D16-91CDFBC05583}" type="parTrans" cxnId="{A5CB366C-0303-499B-93C5-C75E910EBECA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125C50B1-A1ED-4FEC-95A2-5E81DF54E86A}" type="sibTrans" cxnId="{A5CB366C-0303-499B-93C5-C75E910EBECA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295D5A4-EDAA-4A18-AF44-50C3A875A31B}">
      <dgm:prSet phldrT="[Texte]" custT="1"/>
      <dgm:spPr/>
      <dgm:t>
        <a:bodyPr/>
        <a:lstStyle/>
        <a:p>
          <a:pPr algn="just"/>
          <a:r>
            <a:rPr lang="fr-FR" sz="1000" b="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XGBoost optimise le compromis entre performance globale et détection de la classe minoritaire. L’ajustement du seuil améliore le rappel, critère clé en fraude.</a:t>
          </a:r>
        </a:p>
        <a:p>
          <a:pPr algn="l"/>
          <a:r>
            <a:rPr lang="fr-FR" sz="1000" b="1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ROC-AUC = 0,909</a:t>
          </a:r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, </a:t>
          </a:r>
          <a:r>
            <a:rPr lang="fr-FR" sz="1000" b="1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F1-score = 0,757</a:t>
          </a:r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, </a:t>
          </a:r>
          <a:r>
            <a:rPr lang="fr-FR" sz="1000" b="1" dirty="0" err="1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Recall</a:t>
          </a:r>
          <a:r>
            <a:rPr lang="fr-FR" sz="1000" b="1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 = 0,857</a:t>
          </a:r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.</a:t>
          </a:r>
          <a:endParaRPr lang="fr-FR" sz="1000" b="0" dirty="0">
            <a:solidFill>
              <a:schemeClr val="accent5">
                <a:lumMod val="50000"/>
              </a:schemeClr>
            </a:solidFill>
            <a:latin typeface="Montserrat" panose="00000500000000000000" pitchFamily="2" charset="0"/>
          </a:endParaRPr>
        </a:p>
      </dgm:t>
    </dgm:pt>
    <dgm:pt modelId="{04EC7BCB-0619-435E-B9FF-DFFFB2467A5A}" type="parTrans" cxnId="{CBD006D6-C2A7-469A-8A0F-0B0D78280236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42ED076E-DD4D-4D5A-9BBA-31ED5BE020C9}" type="sibTrans" cxnId="{CBD006D6-C2A7-469A-8A0F-0B0D78280236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F1994B5F-AD10-401A-A148-58A204C3E9D4}">
      <dgm:prSet phldrT="[Texte]" phldr="0" custT="1"/>
      <dgm:spPr/>
      <dgm:t>
        <a:bodyPr/>
        <a:lstStyle/>
        <a:p>
          <a:pPr algn="ctr"/>
          <a:r>
            <a:rPr lang="fr-FR" sz="1000" dirty="0">
              <a:latin typeface="Montserrat" panose="00000500000000000000" pitchFamily="2" charset="0"/>
            </a:rPr>
            <a:t>L’interprétabilité métier</a:t>
          </a:r>
        </a:p>
      </dgm:t>
    </dgm:pt>
    <dgm:pt modelId="{CCFE766E-DF00-4C43-B738-EA50AFF73627}" type="parTrans" cxnId="{3ABF1A76-03C4-454C-927B-E58F0A5870F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F2FFCEB4-B418-4136-B02B-CA5F9C473002}" type="sibTrans" cxnId="{3ABF1A76-03C4-454C-927B-E58F0A5870FE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DEF68840-3F58-4E75-89B1-42E9D236E68D}">
      <dgm:prSet phldrT="[Texte]" custT="1"/>
      <dgm:spPr/>
      <dgm:t>
        <a:bodyPr/>
        <a:lstStyle/>
        <a:p>
          <a:pPr algn="just"/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Les analyses d’interprétabilité renforcent la confiance dans le modèle, compréhensible et facilement utilisable par le métier. Le modèle est cohérent avec les objectifs métiers.</a:t>
          </a:r>
        </a:p>
      </dgm:t>
    </dgm:pt>
    <dgm:pt modelId="{77FC1A2F-24C3-4AF5-A2EF-2BC253B2B11B}" type="parTrans" cxnId="{E6E2D169-6D1A-45D3-AFB2-DABC4623D26F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8E911F4E-A9A0-4FE7-8C5B-5B5350FF0CB8}" type="sibTrans" cxnId="{E6E2D169-6D1A-45D3-AFB2-DABC4623D26F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B45A57FA-0D20-414B-A9D2-6033BFDB6FCD}">
      <dgm:prSet phldrT="[Texte]" phldr="0" custT="1"/>
      <dgm:spPr/>
      <dgm:t>
        <a:bodyPr/>
        <a:lstStyle/>
        <a:p>
          <a:pPr algn="ctr"/>
          <a:r>
            <a:rPr lang="fr-FR" sz="1000" dirty="0">
              <a:latin typeface="Montserrat" panose="00000500000000000000" pitchFamily="2" charset="0"/>
            </a:rPr>
            <a:t>L’opérabilité du modèle</a:t>
          </a:r>
        </a:p>
      </dgm:t>
    </dgm:pt>
    <dgm:pt modelId="{936DC23D-EBEF-474B-89CB-3CB2544264D3}" type="parTrans" cxnId="{26EEC69F-E04A-4F37-9441-5E430BBF871C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D6D5E8DE-92E6-49CF-A7E2-86B7995057B9}" type="sibTrans" cxnId="{26EEC69F-E04A-4F37-9441-5E430BBF871C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1E97FA2-76D4-44B2-B9C7-E7E4ADCF172F}">
      <dgm:prSet phldrT="[Texte]" custT="1"/>
      <dgm:spPr/>
      <dgm:t>
        <a:bodyPr/>
        <a:lstStyle/>
        <a:p>
          <a:pPr algn="just"/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Le pipeline est sauvegardé et prêt pour un </a:t>
          </a:r>
          <a:r>
            <a:rPr lang="fr-FR" sz="1000" b="1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usage opérationnel futur </a:t>
          </a:r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et une intégration applicative.</a:t>
          </a:r>
        </a:p>
      </dgm:t>
    </dgm:pt>
    <dgm:pt modelId="{9032F612-332D-4274-9EA3-CFD5D1FE59D5}" type="parTrans" cxnId="{5CD46209-1058-4E01-A324-CF811837BB06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A529F8D6-C394-4B0A-AA17-F1256215B262}" type="sibTrans" cxnId="{5CD46209-1058-4E01-A324-CF811837BB06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8F887E2D-DA1D-4E9C-82AD-ED673E87D034}">
      <dgm:prSet phldrT="[Texte]" custT="1"/>
      <dgm:spPr/>
      <dgm:t>
        <a:bodyPr/>
        <a:lstStyle/>
        <a:p>
          <a:pPr algn="ctr">
            <a:buNone/>
          </a:pPr>
          <a:r>
            <a:rPr lang="fr-FR" sz="1000" dirty="0">
              <a:latin typeface="Montserrat" panose="00000500000000000000" pitchFamily="2" charset="0"/>
            </a:rPr>
            <a:t>Les perspectives d’amélioration</a:t>
          </a:r>
        </a:p>
      </dgm:t>
    </dgm:pt>
    <dgm:pt modelId="{1F80F79E-48A1-4CEF-AB13-907003EFFB73}" type="parTrans" cxnId="{475F3D5F-AE15-4EE1-A560-593442DA91F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24ADE27B-619B-446F-AB8B-24DA173B7A30}" type="sibTrans" cxnId="{475F3D5F-AE15-4EE1-A560-593442DA91F7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0E983EE2-905B-4285-85B6-036B4237E6BE}">
      <dgm:prSet phldrT="[Texte]" custT="1"/>
      <dgm:spPr/>
      <dgm:t>
        <a:bodyPr/>
        <a:lstStyle/>
        <a:p>
          <a:pPr algn="just">
            <a:buNone/>
          </a:pPr>
          <a:r>
            <a:rPr lang="fr-FR" sz="10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L’intégration de nouvelles sources de données. </a:t>
          </a:r>
          <a:endParaRPr lang="fr-FR" sz="1000" b="0" dirty="0">
            <a:solidFill>
              <a:schemeClr val="accent5">
                <a:lumMod val="50000"/>
              </a:schemeClr>
            </a:solidFill>
            <a:latin typeface="Montserrat" panose="00000500000000000000" pitchFamily="2" charset="0"/>
          </a:endParaRPr>
        </a:p>
        <a:p>
          <a:pPr algn="l">
            <a:buNone/>
          </a:pPr>
          <a:r>
            <a:rPr lang="fr-FR" sz="1000" b="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Un suivi des performances dans le temps. </a:t>
          </a:r>
        </a:p>
        <a:p>
          <a:pPr algn="l">
            <a:buNone/>
          </a:pPr>
          <a:r>
            <a:rPr lang="fr-FR" sz="1000" b="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etc.</a:t>
          </a:r>
        </a:p>
      </dgm:t>
    </dgm:pt>
    <dgm:pt modelId="{F64F1EF6-0CFE-48DA-BA6A-54538CD1AA43}" type="parTrans" cxnId="{803B3967-ADAC-4E90-BCE7-840B1D42111D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7C0CE299-1E86-4DD9-A327-0C5D37ADE76A}" type="sibTrans" cxnId="{803B3967-ADAC-4E90-BCE7-840B1D42111D}">
      <dgm:prSet/>
      <dgm:spPr/>
      <dgm:t>
        <a:bodyPr/>
        <a:lstStyle/>
        <a:p>
          <a:endParaRPr lang="fr-FR" sz="1000">
            <a:latin typeface="Montserrat" panose="00000500000000000000" pitchFamily="2" charset="0"/>
          </a:endParaRPr>
        </a:p>
      </dgm:t>
    </dgm:pt>
    <dgm:pt modelId="{E5C6A6E3-C9ED-402C-9A90-FDA851BE5345}" type="pres">
      <dgm:prSet presAssocID="{FBB1409D-03E1-40E5-8B3A-B3F23495D4C0}" presName="Name0" presStyleCnt="0">
        <dgm:presLayoutVars>
          <dgm:dir/>
          <dgm:animLvl val="lvl"/>
          <dgm:resizeHandles val="exact"/>
        </dgm:presLayoutVars>
      </dgm:prSet>
      <dgm:spPr/>
    </dgm:pt>
    <dgm:pt modelId="{D4482C66-44AE-42FE-9A2C-7EB1137C6BCC}" type="pres">
      <dgm:prSet presAssocID="{A59A2DED-F0B6-4ABF-9679-9EBB159AC63A}" presName="linNode" presStyleCnt="0"/>
      <dgm:spPr/>
    </dgm:pt>
    <dgm:pt modelId="{45DB235C-C48D-4907-AE86-265A2B7107E5}" type="pres">
      <dgm:prSet presAssocID="{A59A2DED-F0B6-4ABF-9679-9EBB159AC63A}" presName="bgOutline" presStyleLbl="fgAcc1" presStyleIdx="0" presStyleCnt="5"/>
      <dgm:spPr/>
    </dgm:pt>
    <dgm:pt modelId="{DB6BAC9B-873A-457F-9BB0-7E1661356B30}" type="pres">
      <dgm:prSet presAssocID="{A59A2DED-F0B6-4ABF-9679-9EBB159AC63A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66C7C80A-4089-4495-8B06-26B0256D92BE}" type="pres">
      <dgm:prSet presAssocID="{A59A2DED-F0B6-4ABF-9679-9EBB159AC63A}" presName="descendantText" presStyleLbl="revTx" presStyleIdx="0" presStyleCnt="0">
        <dgm:presLayoutVars>
          <dgm:bulletEnabled/>
        </dgm:presLayoutVars>
      </dgm:prSet>
      <dgm:spPr/>
    </dgm:pt>
    <dgm:pt modelId="{C7235B7A-CD20-49DE-A854-34B5ECEA5D95}" type="pres">
      <dgm:prSet presAssocID="{55BFD110-3ED7-4472-B499-94C24365D674}" presName="sp" presStyleCnt="0"/>
      <dgm:spPr/>
    </dgm:pt>
    <dgm:pt modelId="{50BEA41F-5C72-4D60-8844-5E7AC385341A}" type="pres">
      <dgm:prSet presAssocID="{A2BD727C-D4F7-4A56-9213-C93321704D3F}" presName="linNode" presStyleCnt="0"/>
      <dgm:spPr/>
    </dgm:pt>
    <dgm:pt modelId="{728B98E0-C563-4729-9A95-78FEAE29AA1B}" type="pres">
      <dgm:prSet presAssocID="{A2BD727C-D4F7-4A56-9213-C93321704D3F}" presName="bgOutline" presStyleLbl="fgAcc1" presStyleIdx="1" presStyleCnt="5"/>
      <dgm:spPr/>
    </dgm:pt>
    <dgm:pt modelId="{3CBD553E-B99D-4129-B01D-BACE31723151}" type="pres">
      <dgm:prSet presAssocID="{A2BD727C-D4F7-4A56-9213-C93321704D3F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FE92A8A9-34A6-4380-A89B-FA4BFEC99095}" type="pres">
      <dgm:prSet presAssocID="{A2BD727C-D4F7-4A56-9213-C93321704D3F}" presName="descendantText" presStyleLbl="revTx" presStyleIdx="0" presStyleCnt="0">
        <dgm:presLayoutVars>
          <dgm:bulletEnabled/>
        </dgm:presLayoutVars>
      </dgm:prSet>
      <dgm:spPr/>
    </dgm:pt>
    <dgm:pt modelId="{30E449BE-6534-4B2D-ADB8-F561992CD353}" type="pres">
      <dgm:prSet presAssocID="{125C50B1-A1ED-4FEC-95A2-5E81DF54E86A}" presName="sp" presStyleCnt="0"/>
      <dgm:spPr/>
    </dgm:pt>
    <dgm:pt modelId="{220F080A-A485-4F1E-9903-8BEC1E854DD7}" type="pres">
      <dgm:prSet presAssocID="{F1994B5F-AD10-401A-A148-58A204C3E9D4}" presName="linNode" presStyleCnt="0"/>
      <dgm:spPr/>
    </dgm:pt>
    <dgm:pt modelId="{5B5D8B72-CCCF-4655-9250-CBBAF4AB9048}" type="pres">
      <dgm:prSet presAssocID="{F1994B5F-AD10-401A-A148-58A204C3E9D4}" presName="bgOutline" presStyleLbl="fgAcc1" presStyleIdx="2" presStyleCnt="5"/>
      <dgm:spPr/>
    </dgm:pt>
    <dgm:pt modelId="{D86B2558-385C-4046-B671-D82661909F8F}" type="pres">
      <dgm:prSet presAssocID="{F1994B5F-AD10-401A-A148-58A204C3E9D4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13FB73D8-8EC8-4ACD-8DEF-5F1A44D01381}" type="pres">
      <dgm:prSet presAssocID="{F1994B5F-AD10-401A-A148-58A204C3E9D4}" presName="descendantText" presStyleLbl="revTx" presStyleIdx="0" presStyleCnt="0">
        <dgm:presLayoutVars>
          <dgm:bulletEnabled/>
        </dgm:presLayoutVars>
      </dgm:prSet>
      <dgm:spPr/>
    </dgm:pt>
    <dgm:pt modelId="{5B68C1E9-BF4D-4C1F-8754-CE4FC6A307A3}" type="pres">
      <dgm:prSet presAssocID="{F2FFCEB4-B418-4136-B02B-CA5F9C473002}" presName="sp" presStyleCnt="0"/>
      <dgm:spPr/>
    </dgm:pt>
    <dgm:pt modelId="{BA16B309-6B25-4B95-868E-C213D5C077FB}" type="pres">
      <dgm:prSet presAssocID="{B45A57FA-0D20-414B-A9D2-6033BFDB6FCD}" presName="linNode" presStyleCnt="0"/>
      <dgm:spPr/>
    </dgm:pt>
    <dgm:pt modelId="{F6D0D555-37F8-4C01-98BF-8D24F796533E}" type="pres">
      <dgm:prSet presAssocID="{B45A57FA-0D20-414B-A9D2-6033BFDB6FCD}" presName="bgOutline" presStyleLbl="fgAcc1" presStyleIdx="3" presStyleCnt="5"/>
      <dgm:spPr/>
    </dgm:pt>
    <dgm:pt modelId="{79802AE4-D42D-43AA-9BC6-73A2F2E6AFE3}" type="pres">
      <dgm:prSet presAssocID="{B45A57FA-0D20-414B-A9D2-6033BFDB6FCD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222A54CB-443C-4B87-8925-22F2D1DF59A3}" type="pres">
      <dgm:prSet presAssocID="{B45A57FA-0D20-414B-A9D2-6033BFDB6FCD}" presName="descendantText" presStyleLbl="revTx" presStyleIdx="0" presStyleCnt="0">
        <dgm:presLayoutVars>
          <dgm:bulletEnabled/>
        </dgm:presLayoutVars>
      </dgm:prSet>
      <dgm:spPr/>
    </dgm:pt>
    <dgm:pt modelId="{CADB269E-59BD-44F4-BBE5-4759EAB57C63}" type="pres">
      <dgm:prSet presAssocID="{D6D5E8DE-92E6-49CF-A7E2-86B7995057B9}" presName="sp" presStyleCnt="0"/>
      <dgm:spPr/>
    </dgm:pt>
    <dgm:pt modelId="{D2A5FCFB-1663-4306-AB4C-5AEB443E29B7}" type="pres">
      <dgm:prSet presAssocID="{8F887E2D-DA1D-4E9C-82AD-ED673E87D034}" presName="linNode" presStyleCnt="0"/>
      <dgm:spPr/>
    </dgm:pt>
    <dgm:pt modelId="{0E85AB5B-1B1B-46D4-9724-58F91032B86E}" type="pres">
      <dgm:prSet presAssocID="{8F887E2D-DA1D-4E9C-82AD-ED673E87D034}" presName="bgOutline" presStyleLbl="fgAcc1" presStyleIdx="4" presStyleCnt="5"/>
      <dgm:spPr/>
    </dgm:pt>
    <dgm:pt modelId="{1CD0C2C5-C0FA-433B-8DB8-E99B7AF7B029}" type="pres">
      <dgm:prSet presAssocID="{8F887E2D-DA1D-4E9C-82AD-ED673E87D034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72C3B3D9-C60D-4204-B106-C1B1BC5DC257}" type="pres">
      <dgm:prSet presAssocID="{8F887E2D-DA1D-4E9C-82AD-ED673E87D034}" presName="descendantText" presStyleLbl="revTx" presStyleIdx="0" presStyleCnt="0">
        <dgm:presLayoutVars>
          <dgm:bulletEnabled/>
        </dgm:presLayoutVars>
      </dgm:prSet>
      <dgm:spPr/>
    </dgm:pt>
  </dgm:ptLst>
  <dgm:cxnLst>
    <dgm:cxn modelId="{123D4501-CC20-4A14-972A-33894789930A}" type="presOf" srcId="{B45A57FA-0D20-414B-A9D2-6033BFDB6FCD}" destId="{79802AE4-D42D-43AA-9BC6-73A2F2E6AFE3}" srcOrd="1" destOrd="0" presId="urn:microsoft.com/office/officeart/2024/layout/VerticalActionList"/>
    <dgm:cxn modelId="{F130C008-39F8-45CB-B3DB-BE0C371A6852}" srcId="{A59A2DED-F0B6-4ABF-9679-9EBB159AC63A}" destId="{57CDC3DC-F931-418F-9802-06EE1AE2468C}" srcOrd="0" destOrd="0" parTransId="{B5ED5B47-17A5-440F-97DC-6AC9CDA652BB}" sibTransId="{12DBD2F0-C354-493D-89FD-B1B15ACC9A6D}"/>
    <dgm:cxn modelId="{5CD46209-1058-4E01-A324-CF811837BB06}" srcId="{B45A57FA-0D20-414B-A9D2-6033BFDB6FCD}" destId="{01E97FA2-76D4-44B2-B9C7-E7E4ADCF172F}" srcOrd="0" destOrd="0" parTransId="{9032F612-332D-4274-9EA3-CFD5D1FE59D5}" sibTransId="{A529F8D6-C394-4B0A-AA17-F1256215B262}"/>
    <dgm:cxn modelId="{2E070E14-9697-4057-9BD3-A51F6C0E6B2C}" type="presOf" srcId="{0295D5A4-EDAA-4A18-AF44-50C3A875A31B}" destId="{FE92A8A9-34A6-4380-A89B-FA4BFEC99095}" srcOrd="0" destOrd="0" presId="urn:microsoft.com/office/officeart/2024/layout/VerticalActionList"/>
    <dgm:cxn modelId="{5C66B61A-3553-4549-9557-D4DDBD98CA68}" type="presOf" srcId="{57CDC3DC-F931-418F-9802-06EE1AE2468C}" destId="{66C7C80A-4089-4495-8B06-26B0256D92BE}" srcOrd="0" destOrd="0" presId="urn:microsoft.com/office/officeart/2024/layout/VerticalActionList"/>
    <dgm:cxn modelId="{046AAC1E-1342-43D8-B8C0-D209BF6E41AD}" type="presOf" srcId="{DEF68840-3F58-4E75-89B1-42E9D236E68D}" destId="{13FB73D8-8EC8-4ACD-8DEF-5F1A44D01381}" srcOrd="0" destOrd="0" presId="urn:microsoft.com/office/officeart/2024/layout/VerticalActionList"/>
    <dgm:cxn modelId="{23D8E429-0015-4B32-B3C3-E597849C9EF1}" type="presOf" srcId="{F1994B5F-AD10-401A-A148-58A204C3E9D4}" destId="{5B5D8B72-CCCF-4655-9250-CBBAF4AB9048}" srcOrd="0" destOrd="0" presId="urn:microsoft.com/office/officeart/2024/layout/VerticalActionList"/>
    <dgm:cxn modelId="{B4539E36-ACF4-4804-869B-596E303B5707}" srcId="{FBB1409D-03E1-40E5-8B3A-B3F23495D4C0}" destId="{A59A2DED-F0B6-4ABF-9679-9EBB159AC63A}" srcOrd="0" destOrd="0" parTransId="{031D1352-01AE-4AEA-AE7C-B21C4278D79F}" sibTransId="{55BFD110-3ED7-4472-B499-94C24365D674}"/>
    <dgm:cxn modelId="{475F3D5F-AE15-4EE1-A560-593442DA91F7}" srcId="{FBB1409D-03E1-40E5-8B3A-B3F23495D4C0}" destId="{8F887E2D-DA1D-4E9C-82AD-ED673E87D034}" srcOrd="4" destOrd="0" parTransId="{1F80F79E-48A1-4CEF-AB13-907003EFFB73}" sibTransId="{24ADE27B-619B-446F-AB8B-24DA173B7A30}"/>
    <dgm:cxn modelId="{C18A7142-A66D-486A-BA2C-256A427705D4}" type="presOf" srcId="{F1994B5F-AD10-401A-A148-58A204C3E9D4}" destId="{D86B2558-385C-4046-B671-D82661909F8F}" srcOrd="1" destOrd="0" presId="urn:microsoft.com/office/officeart/2024/layout/VerticalActionList"/>
    <dgm:cxn modelId="{A4B0B346-A4A3-4790-8FA4-1489412BD287}" type="presOf" srcId="{FBB1409D-03E1-40E5-8B3A-B3F23495D4C0}" destId="{E5C6A6E3-C9ED-402C-9A90-FDA851BE5345}" srcOrd="0" destOrd="0" presId="urn:microsoft.com/office/officeart/2024/layout/VerticalActionList"/>
    <dgm:cxn modelId="{803B3967-ADAC-4E90-BCE7-840B1D42111D}" srcId="{8F887E2D-DA1D-4E9C-82AD-ED673E87D034}" destId="{0E983EE2-905B-4285-85B6-036B4237E6BE}" srcOrd="0" destOrd="0" parTransId="{F64F1EF6-0CFE-48DA-BA6A-54538CD1AA43}" sibTransId="{7C0CE299-1E86-4DD9-A327-0C5D37ADE76A}"/>
    <dgm:cxn modelId="{E6E2D169-6D1A-45D3-AFB2-DABC4623D26F}" srcId="{F1994B5F-AD10-401A-A148-58A204C3E9D4}" destId="{DEF68840-3F58-4E75-89B1-42E9D236E68D}" srcOrd="0" destOrd="0" parTransId="{77FC1A2F-24C3-4AF5-A2EF-2BC253B2B11B}" sibTransId="{8E911F4E-A9A0-4FE7-8C5B-5B5350FF0CB8}"/>
    <dgm:cxn modelId="{BC8BE14A-58B8-4E2A-A34E-799080F9AC71}" type="presOf" srcId="{8F887E2D-DA1D-4E9C-82AD-ED673E87D034}" destId="{1CD0C2C5-C0FA-433B-8DB8-E99B7AF7B029}" srcOrd="1" destOrd="0" presId="urn:microsoft.com/office/officeart/2024/layout/VerticalActionList"/>
    <dgm:cxn modelId="{A5CB366C-0303-499B-93C5-C75E910EBECA}" srcId="{FBB1409D-03E1-40E5-8B3A-B3F23495D4C0}" destId="{A2BD727C-D4F7-4A56-9213-C93321704D3F}" srcOrd="1" destOrd="0" parTransId="{6CD3654B-B168-4D00-8D16-91CDFBC05583}" sibTransId="{125C50B1-A1ED-4FEC-95A2-5E81DF54E86A}"/>
    <dgm:cxn modelId="{A98EAA6D-7707-4A31-908C-E5ED4119272A}" type="presOf" srcId="{A2BD727C-D4F7-4A56-9213-C93321704D3F}" destId="{3CBD553E-B99D-4129-B01D-BACE31723151}" srcOrd="1" destOrd="0" presId="urn:microsoft.com/office/officeart/2024/layout/VerticalActionList"/>
    <dgm:cxn modelId="{3ABF1A76-03C4-454C-927B-E58F0A5870FE}" srcId="{FBB1409D-03E1-40E5-8B3A-B3F23495D4C0}" destId="{F1994B5F-AD10-401A-A148-58A204C3E9D4}" srcOrd="2" destOrd="0" parTransId="{CCFE766E-DF00-4C43-B738-EA50AFF73627}" sibTransId="{F2FFCEB4-B418-4136-B02B-CA5F9C473002}"/>
    <dgm:cxn modelId="{2DA29477-09CB-464D-81A5-57113811B161}" type="presOf" srcId="{A59A2DED-F0B6-4ABF-9679-9EBB159AC63A}" destId="{45DB235C-C48D-4907-AE86-265A2B7107E5}" srcOrd="0" destOrd="0" presId="urn:microsoft.com/office/officeart/2024/layout/VerticalActionList"/>
    <dgm:cxn modelId="{FF2D9459-F799-4AD5-BF7C-065A1251B16F}" type="presOf" srcId="{8F887E2D-DA1D-4E9C-82AD-ED673E87D034}" destId="{0E85AB5B-1B1B-46D4-9724-58F91032B86E}" srcOrd="0" destOrd="0" presId="urn:microsoft.com/office/officeart/2024/layout/VerticalActionList"/>
    <dgm:cxn modelId="{26EEC69F-E04A-4F37-9441-5E430BBF871C}" srcId="{FBB1409D-03E1-40E5-8B3A-B3F23495D4C0}" destId="{B45A57FA-0D20-414B-A9D2-6033BFDB6FCD}" srcOrd="3" destOrd="0" parTransId="{936DC23D-EBEF-474B-89CB-3CB2544264D3}" sibTransId="{D6D5E8DE-92E6-49CF-A7E2-86B7995057B9}"/>
    <dgm:cxn modelId="{A2EE09A5-DFD5-41B3-A6A3-077E8FF01C2E}" type="presOf" srcId="{01E97FA2-76D4-44B2-B9C7-E7E4ADCF172F}" destId="{222A54CB-443C-4B87-8925-22F2D1DF59A3}" srcOrd="0" destOrd="0" presId="urn:microsoft.com/office/officeart/2024/layout/VerticalActionList"/>
    <dgm:cxn modelId="{CBD006D6-C2A7-469A-8A0F-0B0D78280236}" srcId="{A2BD727C-D4F7-4A56-9213-C93321704D3F}" destId="{0295D5A4-EDAA-4A18-AF44-50C3A875A31B}" srcOrd="0" destOrd="0" parTransId="{04EC7BCB-0619-435E-B9FF-DFFFB2467A5A}" sibTransId="{42ED076E-DD4D-4D5A-9BBA-31ED5BE020C9}"/>
    <dgm:cxn modelId="{763D31E3-2C79-4005-9846-218CF87A9317}" type="presOf" srcId="{A2BD727C-D4F7-4A56-9213-C93321704D3F}" destId="{728B98E0-C563-4729-9A95-78FEAE29AA1B}" srcOrd="0" destOrd="0" presId="urn:microsoft.com/office/officeart/2024/layout/VerticalActionList"/>
    <dgm:cxn modelId="{4FF015E5-5C1B-4CFC-8973-2E31548CC439}" type="presOf" srcId="{A59A2DED-F0B6-4ABF-9679-9EBB159AC63A}" destId="{DB6BAC9B-873A-457F-9BB0-7E1661356B30}" srcOrd="1" destOrd="0" presId="urn:microsoft.com/office/officeart/2024/layout/VerticalActionList"/>
    <dgm:cxn modelId="{299807FC-5149-40D5-8F4C-3FFDB6136992}" type="presOf" srcId="{B45A57FA-0D20-414B-A9D2-6033BFDB6FCD}" destId="{F6D0D555-37F8-4C01-98BF-8D24F796533E}" srcOrd="0" destOrd="0" presId="urn:microsoft.com/office/officeart/2024/layout/VerticalActionList"/>
    <dgm:cxn modelId="{D3974AFD-8725-46CE-8FD6-155409070CD5}" type="presOf" srcId="{0E983EE2-905B-4285-85B6-036B4237E6BE}" destId="{72C3B3D9-C60D-4204-B106-C1B1BC5DC257}" srcOrd="0" destOrd="0" presId="urn:microsoft.com/office/officeart/2024/layout/VerticalActionList"/>
    <dgm:cxn modelId="{71788925-E9F6-4710-B97F-FCE2001FA05D}" type="presParOf" srcId="{E5C6A6E3-C9ED-402C-9A90-FDA851BE5345}" destId="{D4482C66-44AE-42FE-9A2C-7EB1137C6BCC}" srcOrd="0" destOrd="0" presId="urn:microsoft.com/office/officeart/2024/layout/VerticalActionList"/>
    <dgm:cxn modelId="{1455F59E-E42D-4AE2-A6FC-7607FE8B59A1}" type="presParOf" srcId="{D4482C66-44AE-42FE-9A2C-7EB1137C6BCC}" destId="{45DB235C-C48D-4907-AE86-265A2B7107E5}" srcOrd="0" destOrd="0" presId="urn:microsoft.com/office/officeart/2024/layout/VerticalActionList"/>
    <dgm:cxn modelId="{CC022B58-94DE-4428-9F8D-26CE0347D22D}" type="presParOf" srcId="{D4482C66-44AE-42FE-9A2C-7EB1137C6BCC}" destId="{DB6BAC9B-873A-457F-9BB0-7E1661356B30}" srcOrd="1" destOrd="0" presId="urn:microsoft.com/office/officeart/2024/layout/VerticalActionList"/>
    <dgm:cxn modelId="{6834CD52-D36B-44EE-8AE5-4903E693658B}" type="presParOf" srcId="{D4482C66-44AE-42FE-9A2C-7EB1137C6BCC}" destId="{66C7C80A-4089-4495-8B06-26B0256D92BE}" srcOrd="2" destOrd="0" presId="urn:microsoft.com/office/officeart/2024/layout/VerticalActionList"/>
    <dgm:cxn modelId="{2FCAC876-C6F5-430D-9A71-BA92AD6A4334}" type="presParOf" srcId="{E5C6A6E3-C9ED-402C-9A90-FDA851BE5345}" destId="{C7235B7A-CD20-49DE-A854-34B5ECEA5D95}" srcOrd="1" destOrd="0" presId="urn:microsoft.com/office/officeart/2024/layout/VerticalActionList"/>
    <dgm:cxn modelId="{927267C4-964A-40E4-9B86-BD73E50B6963}" type="presParOf" srcId="{E5C6A6E3-C9ED-402C-9A90-FDA851BE5345}" destId="{50BEA41F-5C72-4D60-8844-5E7AC385341A}" srcOrd="2" destOrd="0" presId="urn:microsoft.com/office/officeart/2024/layout/VerticalActionList"/>
    <dgm:cxn modelId="{B979C408-9B70-449A-9347-28294BAAA0E6}" type="presParOf" srcId="{50BEA41F-5C72-4D60-8844-5E7AC385341A}" destId="{728B98E0-C563-4729-9A95-78FEAE29AA1B}" srcOrd="0" destOrd="0" presId="urn:microsoft.com/office/officeart/2024/layout/VerticalActionList"/>
    <dgm:cxn modelId="{33117DF1-25F2-4941-839B-491BAFFF7820}" type="presParOf" srcId="{50BEA41F-5C72-4D60-8844-5E7AC385341A}" destId="{3CBD553E-B99D-4129-B01D-BACE31723151}" srcOrd="1" destOrd="0" presId="urn:microsoft.com/office/officeart/2024/layout/VerticalActionList"/>
    <dgm:cxn modelId="{856D004B-5C1D-485E-ABED-F685A4885404}" type="presParOf" srcId="{50BEA41F-5C72-4D60-8844-5E7AC385341A}" destId="{FE92A8A9-34A6-4380-A89B-FA4BFEC99095}" srcOrd="2" destOrd="0" presId="urn:microsoft.com/office/officeart/2024/layout/VerticalActionList"/>
    <dgm:cxn modelId="{DBA767CE-B0D2-4FDD-B2E8-C602F3D0DD12}" type="presParOf" srcId="{E5C6A6E3-C9ED-402C-9A90-FDA851BE5345}" destId="{30E449BE-6534-4B2D-ADB8-F561992CD353}" srcOrd="3" destOrd="0" presId="urn:microsoft.com/office/officeart/2024/layout/VerticalActionList"/>
    <dgm:cxn modelId="{7832A9FE-F306-431D-9820-155595BADDE7}" type="presParOf" srcId="{E5C6A6E3-C9ED-402C-9A90-FDA851BE5345}" destId="{220F080A-A485-4F1E-9903-8BEC1E854DD7}" srcOrd="4" destOrd="0" presId="urn:microsoft.com/office/officeart/2024/layout/VerticalActionList"/>
    <dgm:cxn modelId="{24E1F2D3-6489-487D-A65D-3E87E3DECDC1}" type="presParOf" srcId="{220F080A-A485-4F1E-9903-8BEC1E854DD7}" destId="{5B5D8B72-CCCF-4655-9250-CBBAF4AB9048}" srcOrd="0" destOrd="0" presId="urn:microsoft.com/office/officeart/2024/layout/VerticalActionList"/>
    <dgm:cxn modelId="{1D36CF37-CC24-43FD-B15A-B2146E880207}" type="presParOf" srcId="{220F080A-A485-4F1E-9903-8BEC1E854DD7}" destId="{D86B2558-385C-4046-B671-D82661909F8F}" srcOrd="1" destOrd="0" presId="urn:microsoft.com/office/officeart/2024/layout/VerticalActionList"/>
    <dgm:cxn modelId="{FB330F76-FD8D-4A72-9001-0B9656BE9A29}" type="presParOf" srcId="{220F080A-A485-4F1E-9903-8BEC1E854DD7}" destId="{13FB73D8-8EC8-4ACD-8DEF-5F1A44D01381}" srcOrd="2" destOrd="0" presId="urn:microsoft.com/office/officeart/2024/layout/VerticalActionList"/>
    <dgm:cxn modelId="{589C6787-7298-42EC-8442-B08131AD0428}" type="presParOf" srcId="{E5C6A6E3-C9ED-402C-9A90-FDA851BE5345}" destId="{5B68C1E9-BF4D-4C1F-8754-CE4FC6A307A3}" srcOrd="5" destOrd="0" presId="urn:microsoft.com/office/officeart/2024/layout/VerticalActionList"/>
    <dgm:cxn modelId="{D5AADBF7-53A8-4952-8FA9-39507E3E55DB}" type="presParOf" srcId="{E5C6A6E3-C9ED-402C-9A90-FDA851BE5345}" destId="{BA16B309-6B25-4B95-868E-C213D5C077FB}" srcOrd="6" destOrd="0" presId="urn:microsoft.com/office/officeart/2024/layout/VerticalActionList"/>
    <dgm:cxn modelId="{E69D23F1-B91F-46CB-BC57-027CAED1E279}" type="presParOf" srcId="{BA16B309-6B25-4B95-868E-C213D5C077FB}" destId="{F6D0D555-37F8-4C01-98BF-8D24F796533E}" srcOrd="0" destOrd="0" presId="urn:microsoft.com/office/officeart/2024/layout/VerticalActionList"/>
    <dgm:cxn modelId="{1069D99C-F901-475D-9B91-353E848FF277}" type="presParOf" srcId="{BA16B309-6B25-4B95-868E-C213D5C077FB}" destId="{79802AE4-D42D-43AA-9BC6-73A2F2E6AFE3}" srcOrd="1" destOrd="0" presId="urn:microsoft.com/office/officeart/2024/layout/VerticalActionList"/>
    <dgm:cxn modelId="{C5D7A3DA-321B-4FC0-84FB-03E2A0575E9B}" type="presParOf" srcId="{BA16B309-6B25-4B95-868E-C213D5C077FB}" destId="{222A54CB-443C-4B87-8925-22F2D1DF59A3}" srcOrd="2" destOrd="0" presId="urn:microsoft.com/office/officeart/2024/layout/VerticalActionList"/>
    <dgm:cxn modelId="{A6D7FFC3-3293-4107-AEAF-7B1FF2885AAB}" type="presParOf" srcId="{E5C6A6E3-C9ED-402C-9A90-FDA851BE5345}" destId="{CADB269E-59BD-44F4-BBE5-4759EAB57C63}" srcOrd="7" destOrd="0" presId="urn:microsoft.com/office/officeart/2024/layout/VerticalActionList"/>
    <dgm:cxn modelId="{3B548075-CA9A-4163-BE71-A87FFDA3D9E3}" type="presParOf" srcId="{E5C6A6E3-C9ED-402C-9A90-FDA851BE5345}" destId="{D2A5FCFB-1663-4306-AB4C-5AEB443E29B7}" srcOrd="8" destOrd="0" presId="urn:microsoft.com/office/officeart/2024/layout/VerticalActionList"/>
    <dgm:cxn modelId="{B0A5234C-6539-4AEE-90B4-733069D254AB}" type="presParOf" srcId="{D2A5FCFB-1663-4306-AB4C-5AEB443E29B7}" destId="{0E85AB5B-1B1B-46D4-9724-58F91032B86E}" srcOrd="0" destOrd="0" presId="urn:microsoft.com/office/officeart/2024/layout/VerticalActionList"/>
    <dgm:cxn modelId="{9C9DAFB8-0B0C-4A33-B19E-7ED96DFE9800}" type="presParOf" srcId="{D2A5FCFB-1663-4306-AB4C-5AEB443E29B7}" destId="{1CD0C2C5-C0FA-433B-8DB8-E99B7AF7B029}" srcOrd="1" destOrd="0" presId="urn:microsoft.com/office/officeart/2024/layout/VerticalActionList"/>
    <dgm:cxn modelId="{C9B8FF66-FCE1-4738-A2A2-85C19BDF1941}" type="presParOf" srcId="{D2A5FCFB-1663-4306-AB4C-5AEB443E29B7}" destId="{72C3B3D9-C60D-4204-B106-C1B1BC5DC257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F3DA8-E1C1-4CD8-B46B-514873263237}">
      <dsp:nvSpPr>
        <dsp:cNvPr id="0" name=""/>
        <dsp:cNvSpPr/>
      </dsp:nvSpPr>
      <dsp:spPr>
        <a:xfrm rot="5400000">
          <a:off x="4123134" y="-2657264"/>
          <a:ext cx="923542" cy="624163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Contexte</a:t>
          </a:r>
        </a:p>
      </dsp:txBody>
      <dsp:txXfrm rot="16200000">
        <a:off x="27050" y="28833"/>
        <a:ext cx="1514095" cy="869442"/>
      </dsp:txXfrm>
    </dsp:sp>
    <dsp:sp modelId="{03314B6B-2925-4A50-9127-89954E2D9886}">
      <dsp:nvSpPr>
        <dsp:cNvPr id="0" name=""/>
        <dsp:cNvSpPr/>
      </dsp:nvSpPr>
      <dsp:spPr>
        <a:xfrm>
          <a:off x="1541145" y="1782"/>
          <a:ext cx="6164580" cy="9235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484" tIns="91226" rIns="130484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La fraude à l’assurance constitue un </a:t>
          </a:r>
          <a:r>
            <a:rPr lang="fr-FR" sz="1400" b="1" kern="1200" dirty="0">
              <a:solidFill>
                <a:srgbClr val="002060"/>
              </a:solidFill>
              <a:latin typeface="Montserrat" panose="00000500000000000000" pitchFamily="2" charset="0"/>
            </a:rPr>
            <a:t>enjeu économique majeur</a:t>
          </a: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 pour les assureurs.</a:t>
          </a:r>
        </a:p>
      </dsp:txBody>
      <dsp:txXfrm>
        <a:off x="1541145" y="1782"/>
        <a:ext cx="6164580" cy="923542"/>
      </dsp:txXfrm>
    </dsp:sp>
    <dsp:sp modelId="{0F2DF469-73B1-445D-8EE8-50B6926349FC}">
      <dsp:nvSpPr>
        <dsp:cNvPr id="0" name=""/>
        <dsp:cNvSpPr/>
      </dsp:nvSpPr>
      <dsp:spPr>
        <a:xfrm rot="16200000">
          <a:off x="308801" y="-307018"/>
          <a:ext cx="923542" cy="1541145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Contexte</a:t>
          </a:r>
        </a:p>
      </dsp:txBody>
      <dsp:txXfrm rot="5400000">
        <a:off x="27050" y="28833"/>
        <a:ext cx="1514095" cy="869442"/>
      </dsp:txXfrm>
    </dsp:sp>
    <dsp:sp modelId="{A64E5941-16A8-4044-AA24-A0BD268BE6F8}">
      <dsp:nvSpPr>
        <dsp:cNvPr id="0" name=""/>
        <dsp:cNvSpPr/>
      </dsp:nvSpPr>
      <dsp:spPr>
        <a:xfrm rot="5400000">
          <a:off x="4123134" y="-1678308"/>
          <a:ext cx="923542" cy="624163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Le projet</a:t>
          </a:r>
        </a:p>
      </dsp:txBody>
      <dsp:txXfrm rot="16200000">
        <a:off x="27050" y="1007788"/>
        <a:ext cx="1514095" cy="869442"/>
      </dsp:txXfrm>
    </dsp:sp>
    <dsp:sp modelId="{3D1CBF75-D8A1-4E87-9758-E3B2EFE51B00}">
      <dsp:nvSpPr>
        <dsp:cNvPr id="0" name=""/>
        <dsp:cNvSpPr/>
      </dsp:nvSpPr>
      <dsp:spPr>
        <a:xfrm>
          <a:off x="1541145" y="980738"/>
          <a:ext cx="6164580" cy="9235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484" tIns="91226" rIns="130484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Le projet porte sur la </a:t>
          </a:r>
          <a:r>
            <a:rPr lang="fr-FR" sz="1400" b="1" kern="1200" dirty="0">
              <a:solidFill>
                <a:srgbClr val="002060"/>
              </a:solidFill>
              <a:latin typeface="Montserrat" panose="00000500000000000000" pitchFamily="2" charset="0"/>
            </a:rPr>
            <a:t>détection de réclamations potentiellement frauduleuses</a:t>
          </a: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.</a:t>
          </a:r>
        </a:p>
      </dsp:txBody>
      <dsp:txXfrm>
        <a:off x="1541145" y="980738"/>
        <a:ext cx="6164580" cy="923542"/>
      </dsp:txXfrm>
    </dsp:sp>
    <dsp:sp modelId="{DAABF48D-B84B-49FD-85A9-681CD7A9C945}">
      <dsp:nvSpPr>
        <dsp:cNvPr id="0" name=""/>
        <dsp:cNvSpPr/>
      </dsp:nvSpPr>
      <dsp:spPr>
        <a:xfrm rot="16200000">
          <a:off x="308801" y="671937"/>
          <a:ext cx="923542" cy="1541145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Le projet</a:t>
          </a:r>
        </a:p>
      </dsp:txBody>
      <dsp:txXfrm rot="5400000">
        <a:off x="27050" y="1007788"/>
        <a:ext cx="1514095" cy="869442"/>
      </dsp:txXfrm>
    </dsp:sp>
    <dsp:sp modelId="{E059FE44-A02C-4314-A647-B6010CCBE4FF}">
      <dsp:nvSpPr>
        <dsp:cNvPr id="0" name=""/>
        <dsp:cNvSpPr/>
      </dsp:nvSpPr>
      <dsp:spPr>
        <a:xfrm rot="5400000">
          <a:off x="4123134" y="-699353"/>
          <a:ext cx="923542" cy="624163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L’objectif 1</a:t>
          </a:r>
        </a:p>
      </dsp:txBody>
      <dsp:txXfrm rot="16200000">
        <a:off x="27050" y="1986743"/>
        <a:ext cx="1514095" cy="869442"/>
      </dsp:txXfrm>
    </dsp:sp>
    <dsp:sp modelId="{E6FE6EEE-4E6C-4FBB-BC84-099FE1B094D7}">
      <dsp:nvSpPr>
        <dsp:cNvPr id="0" name=""/>
        <dsp:cNvSpPr/>
      </dsp:nvSpPr>
      <dsp:spPr>
        <a:xfrm>
          <a:off x="1541145" y="1959693"/>
          <a:ext cx="6164580" cy="9235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484" tIns="91226" rIns="130484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L’objectif principal est de </a:t>
          </a:r>
          <a:r>
            <a:rPr lang="fr-FR" sz="1400" b="1" kern="1200" dirty="0">
              <a:solidFill>
                <a:srgbClr val="002060"/>
              </a:solidFill>
              <a:latin typeface="Montserrat" panose="00000500000000000000" pitchFamily="2" charset="0"/>
            </a:rPr>
            <a:t>développer un modèle prédictif</a:t>
          </a: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 capable d’identifier les dossiers suspects.</a:t>
          </a:r>
        </a:p>
      </dsp:txBody>
      <dsp:txXfrm>
        <a:off x="1541145" y="1959693"/>
        <a:ext cx="6164580" cy="923542"/>
      </dsp:txXfrm>
    </dsp:sp>
    <dsp:sp modelId="{EFBED1A0-26CF-4E7D-8DCD-5F67CD8C3C8F}">
      <dsp:nvSpPr>
        <dsp:cNvPr id="0" name=""/>
        <dsp:cNvSpPr/>
      </dsp:nvSpPr>
      <dsp:spPr>
        <a:xfrm rot="16200000">
          <a:off x="308801" y="1650892"/>
          <a:ext cx="923542" cy="1541145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L’objectif 1</a:t>
          </a:r>
        </a:p>
      </dsp:txBody>
      <dsp:txXfrm rot="5400000">
        <a:off x="27050" y="1986743"/>
        <a:ext cx="1514095" cy="869442"/>
      </dsp:txXfrm>
    </dsp:sp>
    <dsp:sp modelId="{B1D9B0FE-1E0F-485A-809A-91AB18275C86}">
      <dsp:nvSpPr>
        <dsp:cNvPr id="0" name=""/>
        <dsp:cNvSpPr/>
      </dsp:nvSpPr>
      <dsp:spPr>
        <a:xfrm rot="5400000">
          <a:off x="4123134" y="279602"/>
          <a:ext cx="923542" cy="624163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L’objectif 2</a:t>
          </a:r>
        </a:p>
      </dsp:txBody>
      <dsp:txXfrm rot="16200000">
        <a:off x="27050" y="2965699"/>
        <a:ext cx="1514095" cy="869442"/>
      </dsp:txXfrm>
    </dsp:sp>
    <dsp:sp modelId="{B086D73D-C536-4CC0-853B-7643488382D1}">
      <dsp:nvSpPr>
        <dsp:cNvPr id="0" name=""/>
        <dsp:cNvSpPr/>
      </dsp:nvSpPr>
      <dsp:spPr>
        <a:xfrm>
          <a:off x="1541145" y="2938649"/>
          <a:ext cx="6164580" cy="9235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484" tIns="91226" rIns="130484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L’objectif complémentaire est d’</a:t>
          </a:r>
          <a:r>
            <a:rPr lang="fr-FR" sz="1400" b="1" kern="1200" dirty="0">
              <a:solidFill>
                <a:srgbClr val="002060"/>
              </a:solidFill>
              <a:latin typeface="Montserrat" panose="00000500000000000000" pitchFamily="2" charset="0"/>
            </a:rPr>
            <a:t>identifier les variables explicatives les plus pertinentes</a:t>
          </a:r>
          <a:r>
            <a:rPr lang="fr-FR" sz="1400" kern="1200" dirty="0">
              <a:solidFill>
                <a:srgbClr val="002060"/>
              </a:solidFill>
              <a:latin typeface="Montserrat" panose="00000500000000000000" pitchFamily="2" charset="0"/>
            </a:rPr>
            <a:t>.</a:t>
          </a:r>
        </a:p>
      </dsp:txBody>
      <dsp:txXfrm>
        <a:off x="1541145" y="2938649"/>
        <a:ext cx="6164580" cy="923542"/>
      </dsp:txXfrm>
    </dsp:sp>
    <dsp:sp modelId="{3D7282F8-3F90-4814-ABE8-A08AAC530A7E}">
      <dsp:nvSpPr>
        <dsp:cNvPr id="0" name=""/>
        <dsp:cNvSpPr/>
      </dsp:nvSpPr>
      <dsp:spPr>
        <a:xfrm rot="16200000">
          <a:off x="308801" y="2629848"/>
          <a:ext cx="923542" cy="1541145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52" tIns="91226" rIns="81552" bIns="912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Montserrat" panose="00000500000000000000" pitchFamily="2" charset="0"/>
            </a:rPr>
            <a:t>L’objectif 2</a:t>
          </a:r>
        </a:p>
      </dsp:txBody>
      <dsp:txXfrm rot="5400000">
        <a:off x="27050" y="2965699"/>
        <a:ext cx="1514095" cy="869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0FE72-0470-42A6-91E0-678034B6203B}">
      <dsp:nvSpPr>
        <dsp:cNvPr id="0" name=""/>
        <dsp:cNvSpPr/>
      </dsp:nvSpPr>
      <dsp:spPr>
        <a:xfrm rot="5400000">
          <a:off x="2485648" y="-777143"/>
          <a:ext cx="1002486" cy="2811192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ts val="15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Insurance_claims.csv</a:t>
          </a:r>
        </a:p>
        <a:p>
          <a:pPr marL="114300" lvl="1" indent="-114300" algn="l" defTabSz="533400">
            <a:lnSpc>
              <a:spcPts val="15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publié par ABDELRAHIM AQQAD le 22 août 2023 (Version 2) sur le </a:t>
          </a:r>
          <a:r>
            <a:rPr lang="fr-FR" sz="1200" b="0" kern="1200" dirty="0">
              <a:solidFill>
                <a:srgbClr val="002060"/>
              </a:solidFill>
              <a:latin typeface="Montserrat" panose="00000500000000000000" pitchFamily="2" charset="0"/>
            </a:rPr>
            <a:t>site internet de </a:t>
          </a:r>
          <a:r>
            <a:rPr lang="fr-FR" sz="1200" b="0" kern="1200" dirty="0" err="1">
              <a:solidFill>
                <a:srgbClr val="002060"/>
              </a:solidFill>
              <a:latin typeface="Montserrat" panose="00000500000000000000" pitchFamily="2" charset="0"/>
            </a:rPr>
            <a:t>Mendeley</a:t>
          </a:r>
          <a:r>
            <a:rPr lang="fr-FR" sz="1200" b="0" kern="1200" dirty="0">
              <a:solidFill>
                <a:srgbClr val="002060"/>
              </a:solidFill>
              <a:latin typeface="Montserrat" panose="00000500000000000000" pitchFamily="2" charset="0"/>
            </a:rPr>
            <a:t> Data</a:t>
          </a:r>
          <a:endParaRPr lang="fr-FR" sz="1200" b="0" kern="1200" dirty="0">
            <a:solidFill>
              <a:srgbClr val="002060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 rot="-5400000">
        <a:off x="1581296" y="176146"/>
        <a:ext cx="2762255" cy="904612"/>
      </dsp:txXfrm>
    </dsp:sp>
    <dsp:sp modelId="{991BA73D-C1D4-40D1-B2BE-D812142E40FA}">
      <dsp:nvSpPr>
        <dsp:cNvPr id="0" name=""/>
        <dsp:cNvSpPr/>
      </dsp:nvSpPr>
      <dsp:spPr>
        <a:xfrm>
          <a:off x="0" y="0"/>
          <a:ext cx="1581295" cy="12531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Montserrat" panose="00000500000000000000" pitchFamily="2" charset="0"/>
            </a:rPr>
            <a:t>Jeu de données</a:t>
          </a:r>
        </a:p>
      </dsp:txBody>
      <dsp:txXfrm>
        <a:off x="61172" y="61172"/>
        <a:ext cx="1458951" cy="1130763"/>
      </dsp:txXfrm>
    </dsp:sp>
    <dsp:sp modelId="{6C061088-128C-4507-B36E-461FF39F14B8}">
      <dsp:nvSpPr>
        <dsp:cNvPr id="0" name=""/>
        <dsp:cNvSpPr/>
      </dsp:nvSpPr>
      <dsp:spPr>
        <a:xfrm rot="5400000">
          <a:off x="2485648" y="538619"/>
          <a:ext cx="1002486" cy="2811192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</a:rPr>
            <a:t>1000 observations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</a:rPr>
            <a:t>40 variables</a:t>
          </a:r>
        </a:p>
      </dsp:txBody>
      <dsp:txXfrm rot="-5400000">
        <a:off x="1581296" y="1491909"/>
        <a:ext cx="2762255" cy="904612"/>
      </dsp:txXfrm>
    </dsp:sp>
    <dsp:sp modelId="{E3781ABB-957F-41C0-8006-30E4671516D0}">
      <dsp:nvSpPr>
        <dsp:cNvPr id="0" name=""/>
        <dsp:cNvSpPr/>
      </dsp:nvSpPr>
      <dsp:spPr>
        <a:xfrm>
          <a:off x="0" y="1317661"/>
          <a:ext cx="1581295" cy="12531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Montserrat" panose="00000500000000000000" pitchFamily="2" charset="0"/>
            </a:rPr>
            <a:t>Composition du jeu de données</a:t>
          </a:r>
        </a:p>
      </dsp:txBody>
      <dsp:txXfrm>
        <a:off x="61172" y="1378833"/>
        <a:ext cx="1458951" cy="1130763"/>
      </dsp:txXfrm>
    </dsp:sp>
    <dsp:sp modelId="{D429B23E-7DF9-47AC-B59F-6C9F5B3960AF}">
      <dsp:nvSpPr>
        <dsp:cNvPr id="0" name=""/>
        <dsp:cNvSpPr/>
      </dsp:nvSpPr>
      <dsp:spPr>
        <a:xfrm rot="5400000">
          <a:off x="2485648" y="1854382"/>
          <a:ext cx="1002486" cy="2811192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i="1" kern="1200" dirty="0">
              <a:solidFill>
                <a:srgbClr val="002060"/>
              </a:solidFill>
              <a:latin typeface="Montserrat" panose="00000500000000000000" pitchFamily="2" charset="0"/>
            </a:rPr>
            <a:t>‘</a:t>
          </a:r>
          <a:r>
            <a:rPr lang="fr-FR" sz="1200" b="1" i="1" kern="1200" dirty="0" err="1">
              <a:solidFill>
                <a:srgbClr val="002060"/>
              </a:solidFill>
              <a:latin typeface="Montserrat" panose="00000500000000000000" pitchFamily="2" charset="0"/>
            </a:rPr>
            <a:t>Fraud</a:t>
          </a:r>
          <a:r>
            <a:rPr lang="fr-FR" sz="1400" b="1" i="1" kern="1200" dirty="0" err="1">
              <a:solidFill>
                <a:srgbClr val="002060"/>
              </a:solidFill>
              <a:latin typeface="Montserrat" panose="00000500000000000000" pitchFamily="2" charset="0"/>
            </a:rPr>
            <a:t>_reported</a:t>
          </a:r>
          <a:r>
            <a:rPr lang="fr-FR" sz="1400" b="1" i="1" kern="1200" dirty="0">
              <a:solidFill>
                <a:srgbClr val="002060"/>
              </a:solidFill>
              <a:latin typeface="Montserrat" panose="00000500000000000000" pitchFamily="2" charset="0"/>
            </a:rPr>
            <a:t>’</a:t>
          </a:r>
          <a:endParaRPr lang="fr-FR" sz="1400" kern="1200" dirty="0"/>
        </a:p>
      </dsp:txBody>
      <dsp:txXfrm rot="-5400000">
        <a:off x="1581296" y="2807672"/>
        <a:ext cx="2762255" cy="904612"/>
      </dsp:txXfrm>
    </dsp:sp>
    <dsp:sp modelId="{38724C48-E134-4DE7-8DD2-7B5626EAF474}">
      <dsp:nvSpPr>
        <dsp:cNvPr id="0" name=""/>
        <dsp:cNvSpPr/>
      </dsp:nvSpPr>
      <dsp:spPr>
        <a:xfrm>
          <a:off x="0" y="2633424"/>
          <a:ext cx="1581295" cy="12531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Montserrat" panose="00000500000000000000" pitchFamily="2" charset="0"/>
            </a:rPr>
            <a:t>Variable cible</a:t>
          </a:r>
          <a:endParaRPr lang="fr-FR" sz="1200" kern="1200" dirty="0"/>
        </a:p>
      </dsp:txBody>
      <dsp:txXfrm>
        <a:off x="61172" y="2694596"/>
        <a:ext cx="1458951" cy="1130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38AE7-7EA1-4EC5-9534-3A0D36A17B9F}">
      <dsp:nvSpPr>
        <dsp:cNvPr id="0" name=""/>
        <dsp:cNvSpPr/>
      </dsp:nvSpPr>
      <dsp:spPr>
        <a:xfrm rot="5400000">
          <a:off x="2617544" y="-960366"/>
          <a:ext cx="696416" cy="2791296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</a:rPr>
            <a:t>75,3% non-fraude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</a:rPr>
            <a:t>24.7% fraude</a:t>
          </a:r>
        </a:p>
      </dsp:txBody>
      <dsp:txXfrm rot="-5400000">
        <a:off x="1570104" y="121070"/>
        <a:ext cx="2757300" cy="628424"/>
      </dsp:txXfrm>
    </dsp:sp>
    <dsp:sp modelId="{976FF960-1312-493F-B243-01521EFF104E}">
      <dsp:nvSpPr>
        <dsp:cNvPr id="0" name=""/>
        <dsp:cNvSpPr/>
      </dsp:nvSpPr>
      <dsp:spPr>
        <a:xfrm>
          <a:off x="0" y="21"/>
          <a:ext cx="1570104" cy="870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Montserrat" panose="00000500000000000000" pitchFamily="2" charset="0"/>
            </a:rPr>
            <a:t>Répartition</a:t>
          </a:r>
        </a:p>
      </dsp:txBody>
      <dsp:txXfrm>
        <a:off x="42495" y="42516"/>
        <a:ext cx="1485114" cy="785530"/>
      </dsp:txXfrm>
    </dsp:sp>
    <dsp:sp modelId="{C7DFE464-49FF-4255-B004-4BC39B7F9D4A}">
      <dsp:nvSpPr>
        <dsp:cNvPr id="0" name=""/>
        <dsp:cNvSpPr/>
      </dsp:nvSpPr>
      <dsp:spPr>
        <a:xfrm rot="5400000">
          <a:off x="2617544" y="-46319"/>
          <a:ext cx="696416" cy="2791296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Le déséquilibre de classes justifie l’usage du </a:t>
          </a: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Recall</a:t>
          </a:r>
          <a:r>
            <a:rPr lang="fr-FR" sz="12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, du </a:t>
          </a: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F1-score</a:t>
          </a:r>
          <a:r>
            <a:rPr lang="fr-FR" sz="12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 et du </a:t>
          </a:r>
          <a:r>
            <a:rPr lang="fr-FR" sz="12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ROC-AUC</a:t>
          </a:r>
        </a:p>
      </dsp:txBody>
      <dsp:txXfrm rot="-5400000">
        <a:off x="1570104" y="1035117"/>
        <a:ext cx="2757300" cy="628424"/>
      </dsp:txXfrm>
    </dsp:sp>
    <dsp:sp modelId="{0938C81B-741A-4D5B-9091-8C567D807C1B}">
      <dsp:nvSpPr>
        <dsp:cNvPr id="0" name=""/>
        <dsp:cNvSpPr/>
      </dsp:nvSpPr>
      <dsp:spPr>
        <a:xfrm>
          <a:off x="0" y="914068"/>
          <a:ext cx="1570104" cy="870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>
              <a:latin typeface="Montserrat" panose="00000500000000000000" pitchFamily="2" charset="0"/>
            </a:rPr>
            <a:t>Métriques</a:t>
          </a:r>
          <a:endParaRPr lang="fr-FR" sz="1200" kern="1200" dirty="0">
            <a:latin typeface="Montserrat" panose="00000500000000000000" pitchFamily="2" charset="0"/>
          </a:endParaRPr>
        </a:p>
      </dsp:txBody>
      <dsp:txXfrm>
        <a:off x="42495" y="956563"/>
        <a:ext cx="1485114" cy="785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DFFA1-4AEF-432B-AC3E-CD48AB03CE2E}">
      <dsp:nvSpPr>
        <dsp:cNvPr id="0" name=""/>
        <dsp:cNvSpPr/>
      </dsp:nvSpPr>
      <dsp:spPr>
        <a:xfrm rot="5400000">
          <a:off x="2609019" y="-1045829"/>
          <a:ext cx="464618" cy="2674191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>
              <a:latin typeface="Montserrat" panose="00000500000000000000" pitchFamily="2" charset="0"/>
            </a:rPr>
            <a:t>les caractéristiques du sinistre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>
              <a:latin typeface="Montserrat" panose="00000500000000000000" pitchFamily="2" charset="0"/>
            </a:rPr>
            <a:t>les montants réclamés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>
              <a:latin typeface="Montserrat" panose="00000500000000000000" pitchFamily="2" charset="0"/>
            </a:rPr>
            <a:t>certaines variables contextuelles</a:t>
          </a:r>
          <a:endParaRPr lang="fr-FR" sz="900" kern="1200" dirty="0">
            <a:latin typeface="Montserrat" panose="00000500000000000000" pitchFamily="2" charset="0"/>
          </a:endParaRPr>
        </a:p>
      </dsp:txBody>
      <dsp:txXfrm rot="-5400000">
        <a:off x="1504233" y="81638"/>
        <a:ext cx="2651510" cy="419256"/>
      </dsp:txXfrm>
    </dsp:sp>
    <dsp:sp modelId="{AA612524-B471-43D1-9132-458E6EDF0646}">
      <dsp:nvSpPr>
        <dsp:cNvPr id="0" name=""/>
        <dsp:cNvSpPr/>
      </dsp:nvSpPr>
      <dsp:spPr>
        <a:xfrm>
          <a:off x="0" y="879"/>
          <a:ext cx="1504232" cy="580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Les variables les plus informatives</a:t>
          </a:r>
        </a:p>
      </dsp:txBody>
      <dsp:txXfrm>
        <a:off x="28351" y="29230"/>
        <a:ext cx="1447530" cy="524070"/>
      </dsp:txXfrm>
    </dsp:sp>
    <dsp:sp modelId="{3035A67E-DED7-4F14-8D13-FA50549CE870}">
      <dsp:nvSpPr>
        <dsp:cNvPr id="0" name=""/>
        <dsp:cNvSpPr/>
      </dsp:nvSpPr>
      <dsp:spPr>
        <a:xfrm rot="5400000">
          <a:off x="2609019" y="-436017"/>
          <a:ext cx="464618" cy="2674191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900" b="0" i="1" kern="1200" dirty="0">
              <a:latin typeface="Montserrat" panose="00000500000000000000" pitchFamily="2" charset="0"/>
            </a:rPr>
            <a:t>‘incident_severity’ </a:t>
          </a:r>
        </a:p>
      </dsp:txBody>
      <dsp:txXfrm rot="-5400000">
        <a:off x="1504233" y="691450"/>
        <a:ext cx="2651510" cy="419256"/>
      </dsp:txXfrm>
    </dsp:sp>
    <dsp:sp modelId="{B6BA699C-340C-4C7F-95F7-2D4884841311}">
      <dsp:nvSpPr>
        <dsp:cNvPr id="0" name=""/>
        <dsp:cNvSpPr/>
      </dsp:nvSpPr>
      <dsp:spPr>
        <a:xfrm>
          <a:off x="0" y="610691"/>
          <a:ext cx="1504232" cy="580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la variable catégorielle la plus discriminante</a:t>
          </a:r>
        </a:p>
      </dsp:txBody>
      <dsp:txXfrm>
        <a:off x="28351" y="639042"/>
        <a:ext cx="1447530" cy="524070"/>
      </dsp:txXfrm>
    </dsp:sp>
    <dsp:sp modelId="{8949FB77-3330-4F19-98E3-23F9A93D21FC}">
      <dsp:nvSpPr>
        <dsp:cNvPr id="0" name=""/>
        <dsp:cNvSpPr/>
      </dsp:nvSpPr>
      <dsp:spPr>
        <a:xfrm rot="5400000">
          <a:off x="2609019" y="173793"/>
          <a:ext cx="464618" cy="2674191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0" i="1" kern="1200" dirty="0">
              <a:latin typeface="Montserrat" panose="00000500000000000000" pitchFamily="2" charset="0"/>
            </a:rPr>
            <a:t>‘total_claim_amount’ </a:t>
          </a:r>
          <a:r>
            <a:rPr lang="fr-FR" sz="900" b="0" kern="1200" dirty="0">
              <a:latin typeface="Montserrat" panose="00000500000000000000" pitchFamily="2" charset="0"/>
            </a:rPr>
            <a:t>et </a:t>
          </a:r>
          <a:r>
            <a:rPr lang="fr-FR" sz="900" b="0" i="1" kern="1200" dirty="0">
              <a:latin typeface="Montserrat" panose="00000500000000000000" pitchFamily="2" charset="0"/>
            </a:rPr>
            <a:t>‘</a:t>
          </a:r>
          <a:r>
            <a:rPr lang="fr-FR" sz="900" b="0" i="1" kern="1200" dirty="0" err="1">
              <a:latin typeface="Montserrat" panose="00000500000000000000" pitchFamily="2" charset="0"/>
            </a:rPr>
            <a:t>vehicle_claim</a:t>
          </a:r>
          <a:r>
            <a:rPr lang="fr-FR" sz="900" b="0" i="1" kern="1200" dirty="0">
              <a:latin typeface="Montserrat" panose="00000500000000000000" pitchFamily="2" charset="0"/>
            </a:rPr>
            <a:t>’ </a:t>
          </a:r>
        </a:p>
      </dsp:txBody>
      <dsp:txXfrm rot="-5400000">
        <a:off x="1504233" y="1301261"/>
        <a:ext cx="2651510" cy="419256"/>
      </dsp:txXfrm>
    </dsp:sp>
    <dsp:sp modelId="{AB07F603-F1AA-45FA-B175-596B60532B52}">
      <dsp:nvSpPr>
        <dsp:cNvPr id="0" name=""/>
        <dsp:cNvSpPr/>
      </dsp:nvSpPr>
      <dsp:spPr>
        <a:xfrm>
          <a:off x="0" y="1220503"/>
          <a:ext cx="1504232" cy="580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Les signaux numériques importants.</a:t>
          </a:r>
        </a:p>
      </dsp:txBody>
      <dsp:txXfrm>
        <a:off x="28351" y="1248854"/>
        <a:ext cx="1447530" cy="524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DFFA1-4AEF-432B-AC3E-CD48AB03CE2E}">
      <dsp:nvSpPr>
        <dsp:cNvPr id="0" name=""/>
        <dsp:cNvSpPr/>
      </dsp:nvSpPr>
      <dsp:spPr>
        <a:xfrm rot="5400000">
          <a:off x="2706659" y="-1049376"/>
          <a:ext cx="575501" cy="2818268"/>
        </a:xfrm>
        <a:prstGeom prst="round2SameRect">
          <a:avLst/>
        </a:prstGeom>
        <a:solidFill>
          <a:srgbClr val="9176B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900" kern="1200" dirty="0">
              <a:solidFill>
                <a:srgbClr val="002060"/>
              </a:solidFill>
              <a:latin typeface="Montserrat" panose="00000500000000000000" pitchFamily="2" charset="0"/>
            </a:rPr>
            <a:t>Les corrélations avec la cible restent faibles, ce qui suggère un signal surtout non linéaire</a:t>
          </a:r>
        </a:p>
      </dsp:txBody>
      <dsp:txXfrm rot="-5400000">
        <a:off x="1585276" y="100101"/>
        <a:ext cx="2790174" cy="519313"/>
      </dsp:txXfrm>
    </dsp:sp>
    <dsp:sp modelId="{AA612524-B471-43D1-9132-458E6EDF0646}">
      <dsp:nvSpPr>
        <dsp:cNvPr id="0" name=""/>
        <dsp:cNvSpPr/>
      </dsp:nvSpPr>
      <dsp:spPr>
        <a:xfrm>
          <a:off x="0" y="351"/>
          <a:ext cx="1585275" cy="719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Les corrélations avec la cible</a:t>
          </a:r>
        </a:p>
      </dsp:txBody>
      <dsp:txXfrm>
        <a:off x="35117" y="35468"/>
        <a:ext cx="1515041" cy="6491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12524-B471-43D1-9132-458E6EDF0646}">
      <dsp:nvSpPr>
        <dsp:cNvPr id="0" name=""/>
        <dsp:cNvSpPr/>
      </dsp:nvSpPr>
      <dsp:spPr>
        <a:xfrm>
          <a:off x="0" y="0"/>
          <a:ext cx="1769765" cy="16423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Création de nouvelles variables</a:t>
          </a:r>
        </a:p>
      </dsp:txBody>
      <dsp:txXfrm>
        <a:off x="80172" y="80172"/>
        <a:ext cx="1609421" cy="14819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12524-B471-43D1-9132-458E6EDF0646}">
      <dsp:nvSpPr>
        <dsp:cNvPr id="0" name=""/>
        <dsp:cNvSpPr/>
      </dsp:nvSpPr>
      <dsp:spPr>
        <a:xfrm>
          <a:off x="0" y="0"/>
          <a:ext cx="1703518" cy="1790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Nettoyage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&amp;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Encodage</a:t>
          </a:r>
        </a:p>
      </dsp:txBody>
      <dsp:txXfrm>
        <a:off x="83159" y="83159"/>
        <a:ext cx="1537200" cy="16238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12524-B471-43D1-9132-458E6EDF0646}">
      <dsp:nvSpPr>
        <dsp:cNvPr id="0" name=""/>
        <dsp:cNvSpPr/>
      </dsp:nvSpPr>
      <dsp:spPr>
        <a:xfrm>
          <a:off x="0" y="0"/>
          <a:ext cx="1746455" cy="681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Montserrat" panose="00000500000000000000" pitchFamily="2" charset="0"/>
            </a:rPr>
            <a:t>Séparation des jeux de données d’entrainement et de test</a:t>
          </a:r>
        </a:p>
      </dsp:txBody>
      <dsp:txXfrm>
        <a:off x="33272" y="33272"/>
        <a:ext cx="1679911" cy="6150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08338-8FB6-4414-B893-D6304D8F1851}">
      <dsp:nvSpPr>
        <dsp:cNvPr id="0" name=""/>
        <dsp:cNvSpPr/>
      </dsp:nvSpPr>
      <dsp:spPr>
        <a:xfrm rot="5400000">
          <a:off x="1660146" y="-674120"/>
          <a:ext cx="976680" cy="2676975"/>
        </a:xfrm>
        <a:prstGeom prst="round2Same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Les baselines servent de point de référence avant la modélisation avancée</a:t>
          </a:r>
        </a:p>
      </dsp:txBody>
      <dsp:txXfrm rot="-5400000">
        <a:off x="809999" y="223705"/>
        <a:ext cx="2629297" cy="881324"/>
      </dsp:txXfrm>
    </dsp:sp>
    <dsp:sp modelId="{B56CA98B-E2E7-4EEA-B848-277523D099F7}">
      <dsp:nvSpPr>
        <dsp:cNvPr id="0" name=""/>
        <dsp:cNvSpPr/>
      </dsp:nvSpPr>
      <dsp:spPr>
        <a:xfrm>
          <a:off x="237" y="53050"/>
          <a:ext cx="809761" cy="11826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Principe</a:t>
          </a:r>
        </a:p>
      </dsp:txBody>
      <dsp:txXfrm>
        <a:off x="39766" y="92579"/>
        <a:ext cx="730703" cy="1103613"/>
      </dsp:txXfrm>
    </dsp:sp>
    <dsp:sp modelId="{064FE935-9C76-49A6-A531-75624FAA45AD}">
      <dsp:nvSpPr>
        <dsp:cNvPr id="0" name=""/>
        <dsp:cNvSpPr/>
      </dsp:nvSpPr>
      <dsp:spPr>
        <a:xfrm rot="5400000">
          <a:off x="1830362" y="431587"/>
          <a:ext cx="648771" cy="2663247"/>
        </a:xfrm>
        <a:prstGeom prst="round2Same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</a:rPr>
            <a:t>DummyClassifier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</a:rPr>
            <a:t>Régression Logistique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</a:rPr>
            <a:t>Random Forest</a:t>
          </a:r>
        </a:p>
      </dsp:txBody>
      <dsp:txXfrm rot="-5400000">
        <a:off x="823124" y="1470495"/>
        <a:ext cx="2631577" cy="585431"/>
      </dsp:txXfrm>
    </dsp:sp>
    <dsp:sp modelId="{76E90F2A-808B-4BBF-B172-14A6B42AF69E}">
      <dsp:nvSpPr>
        <dsp:cNvPr id="0" name=""/>
        <dsp:cNvSpPr/>
      </dsp:nvSpPr>
      <dsp:spPr>
        <a:xfrm>
          <a:off x="237" y="1367207"/>
          <a:ext cx="822887" cy="792008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Les </a:t>
          </a:r>
          <a:r>
            <a:rPr lang="fr-FR" sz="1000" kern="1200" dirty="0">
              <a:solidFill>
                <a:srgbClr val="000000"/>
              </a:solidFill>
              <a:latin typeface="Montserrat" panose="00000500000000000000" pitchFamily="2" charset="0"/>
              <a:ea typeface="+mn-ea"/>
              <a:cs typeface="+mn-cs"/>
            </a:rPr>
            <a:t>modèles</a:t>
          </a:r>
          <a:r>
            <a:rPr lang="fr-FR" sz="1000" kern="1200" dirty="0">
              <a:latin typeface="Montserrat" panose="00000500000000000000" pitchFamily="2" charset="0"/>
            </a:rPr>
            <a:t> de bases testés</a:t>
          </a:r>
        </a:p>
      </dsp:txBody>
      <dsp:txXfrm>
        <a:off x="38900" y="1405870"/>
        <a:ext cx="745561" cy="7146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02A1F-D9BE-4883-AF20-6AC9EC5F2BA5}">
      <dsp:nvSpPr>
        <dsp:cNvPr id="0" name=""/>
        <dsp:cNvSpPr/>
      </dsp:nvSpPr>
      <dsp:spPr>
        <a:xfrm rot="5400000">
          <a:off x="1325101" y="-181797"/>
          <a:ext cx="1768038" cy="2575804"/>
        </a:xfrm>
        <a:prstGeom prst="round2Same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000" kern="12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rPr>
            <a:t>Les scores de cross-validation confirment les performances observées sur le jeu de test unique (pas de </a:t>
          </a:r>
          <a:r>
            <a:rPr lang="fr-FR" sz="1000" kern="1200" dirty="0">
              <a:latin typeface="Montserrat" panose="00000500000000000000" pitchFamily="2" charset="0"/>
              <a:ea typeface="+mn-ea"/>
              <a:cs typeface="+mn-cs"/>
            </a:rPr>
            <a:t>sur-apprentissage</a:t>
          </a:r>
          <a:r>
            <a:rPr lang="fr-FR" sz="1000" kern="12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rPr>
            <a:t> majeur).</a:t>
          </a:r>
          <a:endParaRPr lang="fr-FR" sz="1000" kern="1200" dirty="0">
            <a:latin typeface="Montserrat" panose="00000500000000000000" pitchFamily="2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000" b="1" kern="12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rPr>
            <a:t>Le Random Forest reste le meilleur modèle en termes d'AUC mais son rappel sur la classe fraude doit être amélioré</a:t>
          </a:r>
          <a:endParaRPr lang="fr-FR" sz="1000" b="1" kern="1200" dirty="0">
            <a:latin typeface="Montserrat" panose="00000500000000000000" pitchFamily="2" charset="0"/>
          </a:endParaRPr>
        </a:p>
      </dsp:txBody>
      <dsp:txXfrm rot="-5400000">
        <a:off x="921219" y="308394"/>
        <a:ext cx="2489495" cy="1595420"/>
      </dsp:txXfrm>
    </dsp:sp>
    <dsp:sp modelId="{83FFE1FB-3444-47DA-90E0-062E839F6341}">
      <dsp:nvSpPr>
        <dsp:cNvPr id="0" name=""/>
        <dsp:cNvSpPr/>
      </dsp:nvSpPr>
      <dsp:spPr>
        <a:xfrm>
          <a:off x="0" y="0"/>
          <a:ext cx="920784" cy="2210048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Conclusion</a:t>
          </a:r>
        </a:p>
      </dsp:txBody>
      <dsp:txXfrm>
        <a:off x="44949" y="44949"/>
        <a:ext cx="830886" cy="212015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08338-8FB6-4414-B893-D6304D8F1851}">
      <dsp:nvSpPr>
        <dsp:cNvPr id="0" name=""/>
        <dsp:cNvSpPr/>
      </dsp:nvSpPr>
      <dsp:spPr>
        <a:xfrm rot="5400000">
          <a:off x="1786530" y="-830982"/>
          <a:ext cx="1040841" cy="2874419"/>
        </a:xfrm>
        <a:prstGeom prst="round2Same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LogisticRegression</a:t>
          </a:r>
        </a:p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RandomForest</a:t>
          </a:r>
        </a:p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AdaBoost</a:t>
          </a:r>
        </a:p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GradientBoosting</a:t>
          </a:r>
        </a:p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HistGradientBoosting</a:t>
          </a:r>
        </a:p>
        <a:p>
          <a:pPr marL="57150" lvl="1" indent="-57150" algn="l" defTabSz="444500">
            <a:lnSpc>
              <a:spcPct val="90000"/>
            </a:lnSpc>
            <a:spcBef>
              <a:spcPts val="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XGBoost</a:t>
          </a:r>
        </a:p>
      </dsp:txBody>
      <dsp:txXfrm rot="-5400000">
        <a:off x="869741" y="136617"/>
        <a:ext cx="2823609" cy="939221"/>
      </dsp:txXfrm>
    </dsp:sp>
    <dsp:sp modelId="{B56CA98B-E2E7-4EEA-B848-277523D099F7}">
      <dsp:nvSpPr>
        <dsp:cNvPr id="0" name=""/>
        <dsp:cNvSpPr/>
      </dsp:nvSpPr>
      <dsp:spPr>
        <a:xfrm>
          <a:off x="254" y="0"/>
          <a:ext cx="869486" cy="1211899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000000"/>
              </a:solidFill>
              <a:latin typeface="Montserrat" panose="00000500000000000000" pitchFamily="2" charset="0"/>
              <a:ea typeface="+mn-ea"/>
              <a:cs typeface="+mn-cs"/>
            </a:rPr>
            <a:t>Les modèles testés</a:t>
          </a:r>
        </a:p>
      </dsp:txBody>
      <dsp:txXfrm>
        <a:off x="42699" y="42445"/>
        <a:ext cx="784596" cy="1127009"/>
      </dsp:txXfrm>
    </dsp:sp>
    <dsp:sp modelId="{064FE935-9C76-49A6-A531-75624FAA45AD}">
      <dsp:nvSpPr>
        <dsp:cNvPr id="0" name=""/>
        <dsp:cNvSpPr/>
      </dsp:nvSpPr>
      <dsp:spPr>
        <a:xfrm rot="5400000">
          <a:off x="1329954" y="1282097"/>
          <a:ext cx="2186726" cy="2639801"/>
        </a:xfrm>
        <a:prstGeom prst="round2Same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Implémentation d’un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pipeline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 intégrant tous les traitements et le modèle à tester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Traitement du déséquilibre des classes dans le pipeline par ‘</a:t>
          </a:r>
          <a:r>
            <a:rPr lang="fr-FR" sz="1000" b="1" kern="1200" dirty="0" err="1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class_weight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’ et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SMOTE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Comparaison réalisée par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validation croisée stratifiée 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à 5 plis</a:t>
          </a:r>
        </a:p>
      </dsp:txBody>
      <dsp:txXfrm rot="-5400000">
        <a:off x="1103417" y="1615382"/>
        <a:ext cx="2533054" cy="1973232"/>
      </dsp:txXfrm>
    </dsp:sp>
    <dsp:sp modelId="{76E90F2A-808B-4BBF-B172-14A6B42AF69E}">
      <dsp:nvSpPr>
        <dsp:cNvPr id="0" name=""/>
        <dsp:cNvSpPr/>
      </dsp:nvSpPr>
      <dsp:spPr>
        <a:xfrm>
          <a:off x="254" y="1315843"/>
          <a:ext cx="1103162" cy="2572311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Montserrat" panose="00000500000000000000" pitchFamily="2" charset="0"/>
            </a:rPr>
            <a:t>Processing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Montserrat" panose="00000500000000000000" pitchFamily="2" charset="0"/>
            </a:rPr>
            <a:t>&amp; entrainement des modèles </a:t>
          </a:r>
        </a:p>
      </dsp:txBody>
      <dsp:txXfrm>
        <a:off x="54106" y="1369695"/>
        <a:ext cx="995458" cy="246460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08338-8FB6-4414-B893-D6304D8F1851}">
      <dsp:nvSpPr>
        <dsp:cNvPr id="0" name=""/>
        <dsp:cNvSpPr/>
      </dsp:nvSpPr>
      <dsp:spPr>
        <a:xfrm rot="5400000">
          <a:off x="4509939" y="-3219532"/>
          <a:ext cx="1176508" cy="7691797"/>
        </a:xfrm>
        <a:prstGeom prst="round2SameRect">
          <a:avLst/>
        </a:prstGeom>
        <a:solidFill>
          <a:schemeClr val="bg2">
            <a:lumMod val="90000"/>
          </a:schemeClr>
        </a:solidFill>
        <a:ln w="6350" cap="flat" cmpd="sng" algn="ctr">
          <a:solidFill>
            <a:schemeClr val="accent1">
              <a:tint val="4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Le modèle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XGBoost</a:t>
          </a: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 est retenu comme modèle final, car il présente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le meilleur rappel (0.86), le meilleur F1‑score (0.76) et le même ROC-AUC (0.91)</a:t>
          </a: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 que le modèle HistGradientBoosting sur le jeu de test, critères prioritaires dans un contexte de détection de fraude.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None/>
          </a:pP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•	XGBoost est retenu car il offre le meilleur compromis entre détection de fraude et robustesse.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None/>
          </a:pP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  <a:ea typeface="+mn-ea"/>
              <a:cs typeface="+mn-cs"/>
            </a:rPr>
            <a:t>•	Le Recall est ici prioritaire car manquer une fraude est particulièrement coûteux.</a:t>
          </a:r>
        </a:p>
      </dsp:txBody>
      <dsp:txXfrm rot="-5400000">
        <a:off x="1252295" y="95544"/>
        <a:ext cx="7634365" cy="1061644"/>
      </dsp:txXfrm>
    </dsp:sp>
    <dsp:sp modelId="{B56CA98B-E2E7-4EEA-B848-277523D099F7}">
      <dsp:nvSpPr>
        <dsp:cNvPr id="0" name=""/>
        <dsp:cNvSpPr/>
      </dsp:nvSpPr>
      <dsp:spPr>
        <a:xfrm>
          <a:off x="4881" y="1221"/>
          <a:ext cx="1247412" cy="1251510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Choix du meilleur modèle</a:t>
          </a:r>
        </a:p>
      </dsp:txBody>
      <dsp:txXfrm>
        <a:off x="65775" y="62115"/>
        <a:ext cx="1125624" cy="112972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08338-8FB6-4414-B893-D6304D8F1851}">
      <dsp:nvSpPr>
        <dsp:cNvPr id="0" name=""/>
        <dsp:cNvSpPr/>
      </dsp:nvSpPr>
      <dsp:spPr>
        <a:xfrm rot="5400000">
          <a:off x="3854259" y="-1826321"/>
          <a:ext cx="859176" cy="4969101"/>
        </a:xfrm>
        <a:prstGeom prst="round2SameRect">
          <a:avLst/>
        </a:prstGeom>
        <a:solidFill>
          <a:schemeClr val="accent4">
            <a:lumMod val="20000"/>
            <a:lumOff val="8000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Optimisation des hyperparamètres par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RandomizedSearchCV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 et </a:t>
          </a:r>
          <a:r>
            <a:rPr lang="fr-FR" sz="1000" b="1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GridSearchCV</a:t>
          </a: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, appliqués aux Pipelines intégrant les prétraitements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une validation croisée stratifiée à 5 plis est utilisée, avec le ROC‑AUC comme métrique d’optimisation </a:t>
          </a:r>
        </a:p>
      </dsp:txBody>
      <dsp:txXfrm rot="-5400000">
        <a:off x="1799297" y="270583"/>
        <a:ext cx="4927159" cy="775292"/>
      </dsp:txXfrm>
    </dsp:sp>
    <dsp:sp modelId="{B56CA98B-E2E7-4EEA-B848-277523D099F7}">
      <dsp:nvSpPr>
        <dsp:cNvPr id="0" name=""/>
        <dsp:cNvSpPr/>
      </dsp:nvSpPr>
      <dsp:spPr>
        <a:xfrm>
          <a:off x="1656" y="62543"/>
          <a:ext cx="1797640" cy="1125000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Optimisation des hyperparamètres des 3 meilleurs modèles: HistGradientBoosting, GradientBoosting et XGBoost</a:t>
          </a:r>
        </a:p>
      </dsp:txBody>
      <dsp:txXfrm>
        <a:off x="56574" y="117461"/>
        <a:ext cx="1687804" cy="101516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02A1F-D9BE-4883-AF20-6AC9EC5F2BA5}">
      <dsp:nvSpPr>
        <dsp:cNvPr id="0" name=""/>
        <dsp:cNvSpPr/>
      </dsp:nvSpPr>
      <dsp:spPr>
        <a:xfrm rot="5400000">
          <a:off x="2395830" y="-1130327"/>
          <a:ext cx="797408" cy="3258389"/>
        </a:xfrm>
        <a:prstGeom prst="round2Same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Recall = 0,8571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Précision = 0,6774</a:t>
          </a:r>
        </a:p>
        <a:p>
          <a:pPr marL="57150" lvl="1" indent="-57150" algn="l" defTabSz="444500">
            <a:lnSpc>
              <a:spcPct val="90000"/>
            </a:lnSpc>
            <a:spcBef>
              <a:spcPts val="600"/>
            </a:spcBef>
            <a:spcAft>
              <a:spcPct val="15000"/>
            </a:spcAft>
            <a:buSzPct val="150000"/>
            <a:buFont typeface="Arial" panose="020B0604020202020204" pitchFamily="34" charset="0"/>
            <a:buChar char="•"/>
          </a:pPr>
          <a:r>
            <a:rPr lang="fr-FR" sz="100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F1-score = 0,7568</a:t>
          </a:r>
        </a:p>
      </dsp:txBody>
      <dsp:txXfrm rot="-5400000">
        <a:off x="1165340" y="139089"/>
        <a:ext cx="3219463" cy="719556"/>
      </dsp:txXfrm>
    </dsp:sp>
    <dsp:sp modelId="{83FFE1FB-3444-47DA-90E0-062E839F6341}">
      <dsp:nvSpPr>
        <dsp:cNvPr id="0" name=""/>
        <dsp:cNvSpPr/>
      </dsp:nvSpPr>
      <dsp:spPr>
        <a:xfrm>
          <a:off x="0" y="0"/>
          <a:ext cx="1164791" cy="996760"/>
        </a:xfrm>
        <a:prstGeom prst="roundRect">
          <a:avLst/>
        </a:prstGeom>
        <a:gradFill rotWithShape="0">
          <a:gsLst>
            <a:gs pos="0">
              <a:srgbClr val="581D7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rgbClr>
            </a:gs>
            <a:gs pos="50000">
              <a:srgbClr val="581D7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rgbClr>
            </a:gs>
            <a:gs pos="100000">
              <a:srgbClr val="581D7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rgbClr>
            </a:gs>
          </a:gsLst>
          <a:lin ang="5400000" scaled="0"/>
        </a:gra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rgbClr val="002060"/>
              </a:solidFill>
              <a:latin typeface="Montserrat" panose="00000500000000000000" pitchFamily="2" charset="0"/>
              <a:ea typeface="+mn-ea"/>
              <a:cs typeface="+mn-cs"/>
            </a:rPr>
            <a:t>Ajustement du seuil de décision du modèle XGBoost de 0,50 à 0,49</a:t>
          </a:r>
        </a:p>
      </dsp:txBody>
      <dsp:txXfrm>
        <a:off x="48658" y="48658"/>
        <a:ext cx="1067475" cy="89944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B235C-C48D-4907-AE86-265A2B7107E5}">
      <dsp:nvSpPr>
        <dsp:cNvPr id="0" name=""/>
        <dsp:cNvSpPr/>
      </dsp:nvSpPr>
      <dsp:spPr>
        <a:xfrm rot="5400000">
          <a:off x="3598544" y="-2331342"/>
          <a:ext cx="729191" cy="539519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Démarche complète</a:t>
          </a:r>
        </a:p>
      </dsp:txBody>
      <dsp:txXfrm rot="16200000">
        <a:off x="21358" y="23018"/>
        <a:ext cx="1310790" cy="686477"/>
      </dsp:txXfrm>
    </dsp:sp>
    <dsp:sp modelId="{66C7C80A-4089-4495-8B06-26B0256D92BE}">
      <dsp:nvSpPr>
        <dsp:cNvPr id="0" name=""/>
        <dsp:cNvSpPr/>
      </dsp:nvSpPr>
      <dsp:spPr>
        <a:xfrm>
          <a:off x="1332147" y="1661"/>
          <a:ext cx="5328591" cy="7291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789" tIns="72028" rIns="112789" bIns="72028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Le projet a permis de construire un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pipeline complet de détection de fraude</a:t>
          </a: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 sur des sinistres d’assurance en suivant toutes les étapes de data science (Exploration, préparation, modélisation, interprétation et évaluation finale).</a:t>
          </a:r>
        </a:p>
      </dsp:txBody>
      <dsp:txXfrm>
        <a:off x="1332147" y="1661"/>
        <a:ext cx="5328591" cy="729191"/>
      </dsp:txXfrm>
    </dsp:sp>
    <dsp:sp modelId="{DB6BAC9B-873A-457F-9BB0-7E1661356B30}">
      <dsp:nvSpPr>
        <dsp:cNvPr id="0" name=""/>
        <dsp:cNvSpPr/>
      </dsp:nvSpPr>
      <dsp:spPr>
        <a:xfrm rot="16200000">
          <a:off x="301478" y="-299816"/>
          <a:ext cx="729191" cy="1332147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Démarche complète</a:t>
          </a:r>
        </a:p>
      </dsp:txBody>
      <dsp:txXfrm rot="5400000">
        <a:off x="21358" y="23018"/>
        <a:ext cx="1310790" cy="686477"/>
      </dsp:txXfrm>
    </dsp:sp>
    <dsp:sp modelId="{728B98E0-C563-4729-9A95-78FEAE29AA1B}">
      <dsp:nvSpPr>
        <dsp:cNvPr id="0" name=""/>
        <dsp:cNvSpPr/>
      </dsp:nvSpPr>
      <dsp:spPr>
        <a:xfrm rot="5400000">
          <a:off x="3598544" y="-1558399"/>
          <a:ext cx="729191" cy="539519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Un modèle optimisé et robuste </a:t>
          </a:r>
        </a:p>
      </dsp:txBody>
      <dsp:txXfrm rot="16200000">
        <a:off x="21358" y="795961"/>
        <a:ext cx="1310790" cy="686477"/>
      </dsp:txXfrm>
    </dsp:sp>
    <dsp:sp modelId="{FE92A8A9-34A6-4380-A89B-FA4BFEC99095}">
      <dsp:nvSpPr>
        <dsp:cNvPr id="0" name=""/>
        <dsp:cNvSpPr/>
      </dsp:nvSpPr>
      <dsp:spPr>
        <a:xfrm>
          <a:off x="1332147" y="774604"/>
          <a:ext cx="5328591" cy="7291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789" tIns="72028" rIns="112789" bIns="72028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XGBoost optimise le compromis entre performance globale et détection de la classe minoritaire. L’ajustement du seuil améliore le rappel, critère clé en fraude.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ROC-AUC = 0,909</a:t>
          </a: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,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F1-score = 0,757</a:t>
          </a: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, </a:t>
          </a:r>
          <a:r>
            <a:rPr lang="fr-FR" sz="1000" b="1" kern="1200" dirty="0" err="1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Recall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 = 0,857</a:t>
          </a: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.</a:t>
          </a:r>
          <a:endParaRPr lang="fr-FR" sz="1000" b="0" kern="1200" dirty="0">
            <a:solidFill>
              <a:schemeClr val="accent5">
                <a:lumMod val="50000"/>
              </a:schemeClr>
            </a:solidFill>
            <a:latin typeface="Montserrat" panose="00000500000000000000" pitchFamily="2" charset="0"/>
          </a:endParaRPr>
        </a:p>
      </dsp:txBody>
      <dsp:txXfrm>
        <a:off x="1332147" y="774604"/>
        <a:ext cx="5328591" cy="729191"/>
      </dsp:txXfrm>
    </dsp:sp>
    <dsp:sp modelId="{3CBD553E-B99D-4129-B01D-BACE31723151}">
      <dsp:nvSpPr>
        <dsp:cNvPr id="0" name=""/>
        <dsp:cNvSpPr/>
      </dsp:nvSpPr>
      <dsp:spPr>
        <a:xfrm rot="16200000">
          <a:off x="301478" y="473126"/>
          <a:ext cx="729191" cy="1332147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Un modèle optimisé et robuste </a:t>
          </a:r>
        </a:p>
      </dsp:txBody>
      <dsp:txXfrm rot="5400000">
        <a:off x="21358" y="795961"/>
        <a:ext cx="1310790" cy="686477"/>
      </dsp:txXfrm>
    </dsp:sp>
    <dsp:sp modelId="{5B5D8B72-CCCF-4655-9250-CBBAF4AB9048}">
      <dsp:nvSpPr>
        <dsp:cNvPr id="0" name=""/>
        <dsp:cNvSpPr/>
      </dsp:nvSpPr>
      <dsp:spPr>
        <a:xfrm rot="5400000">
          <a:off x="3598544" y="-785456"/>
          <a:ext cx="729191" cy="539519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L’interprétabilité métier</a:t>
          </a:r>
        </a:p>
      </dsp:txBody>
      <dsp:txXfrm rot="16200000">
        <a:off x="21358" y="1568904"/>
        <a:ext cx="1310790" cy="686477"/>
      </dsp:txXfrm>
    </dsp:sp>
    <dsp:sp modelId="{13FB73D8-8EC8-4ACD-8DEF-5F1A44D01381}">
      <dsp:nvSpPr>
        <dsp:cNvPr id="0" name=""/>
        <dsp:cNvSpPr/>
      </dsp:nvSpPr>
      <dsp:spPr>
        <a:xfrm>
          <a:off x="1332147" y="1547547"/>
          <a:ext cx="5328591" cy="7291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789" tIns="72028" rIns="112789" bIns="72028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Les analyses d’interprétabilité renforcent la confiance dans le modèle, compréhensible et facilement utilisable par le métier. Le modèle est cohérent avec les objectifs métiers.</a:t>
          </a:r>
        </a:p>
      </dsp:txBody>
      <dsp:txXfrm>
        <a:off x="1332147" y="1547547"/>
        <a:ext cx="5328591" cy="729191"/>
      </dsp:txXfrm>
    </dsp:sp>
    <dsp:sp modelId="{D86B2558-385C-4046-B671-D82661909F8F}">
      <dsp:nvSpPr>
        <dsp:cNvPr id="0" name=""/>
        <dsp:cNvSpPr/>
      </dsp:nvSpPr>
      <dsp:spPr>
        <a:xfrm rot="16200000">
          <a:off x="301478" y="1246069"/>
          <a:ext cx="729191" cy="1332147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L’interprétabilité métier</a:t>
          </a:r>
        </a:p>
      </dsp:txBody>
      <dsp:txXfrm rot="5400000">
        <a:off x="21358" y="1568904"/>
        <a:ext cx="1310790" cy="686477"/>
      </dsp:txXfrm>
    </dsp:sp>
    <dsp:sp modelId="{F6D0D555-37F8-4C01-98BF-8D24F796533E}">
      <dsp:nvSpPr>
        <dsp:cNvPr id="0" name=""/>
        <dsp:cNvSpPr/>
      </dsp:nvSpPr>
      <dsp:spPr>
        <a:xfrm rot="5400000">
          <a:off x="3598544" y="-12513"/>
          <a:ext cx="729191" cy="539519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L’opérabilité du modèle</a:t>
          </a:r>
        </a:p>
      </dsp:txBody>
      <dsp:txXfrm rot="16200000">
        <a:off x="21358" y="2341847"/>
        <a:ext cx="1310790" cy="686477"/>
      </dsp:txXfrm>
    </dsp:sp>
    <dsp:sp modelId="{222A54CB-443C-4B87-8925-22F2D1DF59A3}">
      <dsp:nvSpPr>
        <dsp:cNvPr id="0" name=""/>
        <dsp:cNvSpPr/>
      </dsp:nvSpPr>
      <dsp:spPr>
        <a:xfrm>
          <a:off x="1332147" y="2320490"/>
          <a:ext cx="5328591" cy="7291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789" tIns="72028" rIns="112789" bIns="72028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Le pipeline est sauvegardé et prêt pour un </a:t>
          </a:r>
          <a:r>
            <a:rPr lang="fr-FR" sz="1000" b="1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usage opérationnel futur </a:t>
          </a: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et une intégration applicative.</a:t>
          </a:r>
        </a:p>
      </dsp:txBody>
      <dsp:txXfrm>
        <a:off x="1332147" y="2320490"/>
        <a:ext cx="5328591" cy="729191"/>
      </dsp:txXfrm>
    </dsp:sp>
    <dsp:sp modelId="{79802AE4-D42D-43AA-9BC6-73A2F2E6AFE3}">
      <dsp:nvSpPr>
        <dsp:cNvPr id="0" name=""/>
        <dsp:cNvSpPr/>
      </dsp:nvSpPr>
      <dsp:spPr>
        <a:xfrm rot="16200000">
          <a:off x="301478" y="2019012"/>
          <a:ext cx="729191" cy="1332147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L’opérabilité du modèle</a:t>
          </a:r>
        </a:p>
      </dsp:txBody>
      <dsp:txXfrm rot="5400000">
        <a:off x="21358" y="2341847"/>
        <a:ext cx="1310790" cy="686477"/>
      </dsp:txXfrm>
    </dsp:sp>
    <dsp:sp modelId="{0E85AB5B-1B1B-46D4-9724-58F91032B86E}">
      <dsp:nvSpPr>
        <dsp:cNvPr id="0" name=""/>
        <dsp:cNvSpPr/>
      </dsp:nvSpPr>
      <dsp:spPr>
        <a:xfrm rot="5400000">
          <a:off x="3598544" y="760429"/>
          <a:ext cx="729191" cy="539519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Les perspectives d’amélioration</a:t>
          </a:r>
        </a:p>
      </dsp:txBody>
      <dsp:txXfrm rot="16200000">
        <a:off x="21358" y="3114790"/>
        <a:ext cx="1310790" cy="686477"/>
      </dsp:txXfrm>
    </dsp:sp>
    <dsp:sp modelId="{72C3B3D9-C60D-4204-B106-C1B1BC5DC257}">
      <dsp:nvSpPr>
        <dsp:cNvPr id="0" name=""/>
        <dsp:cNvSpPr/>
      </dsp:nvSpPr>
      <dsp:spPr>
        <a:xfrm>
          <a:off x="1332147" y="3093433"/>
          <a:ext cx="5328591" cy="7291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789" tIns="72028" rIns="112789" bIns="72028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L’intégration de nouvelles sources de données. </a:t>
          </a:r>
          <a:endParaRPr lang="fr-FR" sz="1000" b="0" kern="1200" dirty="0">
            <a:solidFill>
              <a:schemeClr val="accent5">
                <a:lumMod val="50000"/>
              </a:schemeClr>
            </a:solidFill>
            <a:latin typeface="Montserrat" panose="00000500000000000000" pitchFamily="2" charset="0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Un suivi des performances dans le temps.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kern="1200" dirty="0">
              <a:solidFill>
                <a:schemeClr val="accent5">
                  <a:lumMod val="50000"/>
                </a:schemeClr>
              </a:solidFill>
              <a:latin typeface="Montserrat" panose="00000500000000000000" pitchFamily="2" charset="0"/>
            </a:rPr>
            <a:t>etc.</a:t>
          </a:r>
        </a:p>
      </dsp:txBody>
      <dsp:txXfrm>
        <a:off x="1332147" y="3093433"/>
        <a:ext cx="5328591" cy="729191"/>
      </dsp:txXfrm>
    </dsp:sp>
    <dsp:sp modelId="{1CD0C2C5-C0FA-433B-8DB8-E99B7AF7B029}">
      <dsp:nvSpPr>
        <dsp:cNvPr id="0" name=""/>
        <dsp:cNvSpPr/>
      </dsp:nvSpPr>
      <dsp:spPr>
        <a:xfrm rot="16200000">
          <a:off x="301478" y="2791955"/>
          <a:ext cx="729191" cy="1332147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93" tIns="72028" rIns="70493" bIns="7202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Montserrat" panose="00000500000000000000" pitchFamily="2" charset="0"/>
            </a:rPr>
            <a:t>Les perspectives d’amélioration</a:t>
          </a:r>
        </a:p>
      </dsp:txBody>
      <dsp:txXfrm rot="5400000">
        <a:off x="21358" y="3114790"/>
        <a:ext cx="1310790" cy="686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6400" cy="49371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371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BF49-B416-42CB-A995-ACF7698E0F44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3" y="9377362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9688" y="9377362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DF07C-A234-44EB-A1F5-DC765AD2D6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809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38188"/>
            <a:ext cx="6591300" cy="37084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79780" y="4689516"/>
            <a:ext cx="5438139" cy="44426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102164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2">
            <a:extLst>
              <a:ext uri="{FF2B5EF4-FFF2-40B4-BE49-F238E27FC236}">
                <a16:creationId xmlns:a16="http://schemas.microsoft.com/office/drawing/2014/main" id="{50DF40BF-82FA-79E9-FD67-4364863030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 rot="16200000">
            <a:off x="-762920" y="2510251"/>
            <a:ext cx="2095903" cy="123000"/>
          </a:xfrm>
          <a:prstGeom prst="rect">
            <a:avLst/>
          </a:prstGeom>
        </p:spPr>
        <p:txBody>
          <a:bodyPr vert="horz" wrap="none" lIns="0" tIns="0" rIns="0" bIns="0" anchor="ctr" anchorCtr="0">
            <a:noAutofit/>
          </a:bodyPr>
          <a:lstStyle>
            <a:lvl1pPr marL="0" indent="0" algn="ctr">
              <a:buNone/>
              <a:defRPr sz="700" b="0" i="0" spc="10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Date de la publication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AB4D65-18B0-7ECC-022D-5534A36D7F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08750" y="1158240"/>
            <a:ext cx="5699442" cy="2827020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E303BF-3370-7C04-DCBA-340F115A25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2373" y="1254272"/>
            <a:ext cx="5512196" cy="2634956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E96617F-69CF-542B-0812-ADFE776B44C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76263" y="1893774"/>
            <a:ext cx="0" cy="1355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52">
            <a:extLst>
              <a:ext uri="{FF2B5EF4-FFF2-40B4-BE49-F238E27FC236}">
                <a16:creationId xmlns:a16="http://schemas.microsoft.com/office/drawing/2014/main" id="{604E5F1E-5A79-5CFA-FD6A-0FD42C59C2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64000" y="3031409"/>
            <a:ext cx="4896544" cy="249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1800" b="0" i="0" cap="none" baseline="0">
                <a:solidFill>
                  <a:schemeClr val="tx1"/>
                </a:solidFill>
                <a:effectLst/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Sous-titre du document</a:t>
            </a:r>
            <a:endParaRPr lang="fr-FR" dirty="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F03A86DD-0C4A-31F2-9A41-9154BBD464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864000" y="1851670"/>
            <a:ext cx="4896544" cy="115979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4400" b="1" i="0" cap="all" baseline="0">
                <a:solidFill>
                  <a:schemeClr val="tx1"/>
                </a:solidFill>
                <a:effectLst/>
                <a:latin typeface="Montserrat ExtraBold" pitchFamily="2" charset="77"/>
                <a:ea typeface="Montserrat ExtraBold" pitchFamily="2" charset="77"/>
                <a:cs typeface="Arial Black" panose="020B0A04020102020204" pitchFamily="34" charset="0"/>
                <a:sym typeface="Cabin Condensed"/>
              </a:defRPr>
            </a:lvl1pPr>
            <a:lvl2pPr lvl="1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2pPr>
            <a:lvl3pPr lvl="2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3pPr>
            <a:lvl4pPr lvl="3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4pPr>
            <a:lvl5pPr lvl="4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5pPr>
            <a:lvl6pPr lvl="5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6pPr>
            <a:lvl7pPr lvl="6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7pPr>
            <a:lvl8pPr lvl="7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8pPr>
            <a:lvl9pPr lvl="8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9pPr>
          </a:lstStyle>
          <a:p>
            <a:r>
              <a:rPr lang="fr-FR" dirty="0"/>
              <a:t>Titre du document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434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259123-219B-821B-FEE4-0D5C111F3307}"/>
              </a:ext>
            </a:extLst>
          </p:cNvPr>
          <p:cNvSpPr/>
          <p:nvPr userDrawn="1"/>
        </p:nvSpPr>
        <p:spPr>
          <a:xfrm>
            <a:off x="3054194" y="227538"/>
            <a:ext cx="5838285" cy="44627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60253" sx="102000" sy="102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F63F4A03-2367-DAF8-80FA-FF3267408B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95936" y="437378"/>
            <a:ext cx="4608512" cy="54088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marR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i="0" u="none" strike="noStrike" cap="none" dirty="0" smtClean="0">
                <a:solidFill>
                  <a:srgbClr val="000000"/>
                </a:solidFill>
                <a:latin typeface="Montserrat" pitchFamily="2" charset="77"/>
                <a:ea typeface="Montserrat" pitchFamily="2" charset="77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179D4B51-3C0B-9FC9-8A5D-6C463F13AC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5936" y="1137883"/>
            <a:ext cx="4608512" cy="54088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marR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i="0" u="none" strike="noStrike" cap="none" dirty="0" smtClean="0">
                <a:solidFill>
                  <a:srgbClr val="000000"/>
                </a:solidFill>
                <a:latin typeface="Montserrat" pitchFamily="2" charset="77"/>
                <a:ea typeface="Montserrat" pitchFamily="2" charset="77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B1A8A6F2-DA71-7C50-EA64-6D39A72285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95936" y="1838388"/>
            <a:ext cx="4608512" cy="54088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marR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i="0" u="none" strike="noStrike" cap="none" dirty="0" smtClean="0">
                <a:solidFill>
                  <a:srgbClr val="000000"/>
                </a:solidFill>
                <a:latin typeface="Montserrat" pitchFamily="2" charset="77"/>
                <a:ea typeface="Montserrat" pitchFamily="2" charset="77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5966EEC-7579-DE9D-FB5F-C590BBE41F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95936" y="2538893"/>
            <a:ext cx="4608512" cy="54088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marR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i="0" u="none" strike="noStrike" cap="none" dirty="0" smtClean="0">
                <a:solidFill>
                  <a:srgbClr val="000000"/>
                </a:solidFill>
                <a:latin typeface="Montserrat" pitchFamily="2" charset="77"/>
                <a:ea typeface="Montserrat" pitchFamily="2" charset="77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E44B3BED-A16A-90A9-BD5E-E6EE2481AB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3239398"/>
            <a:ext cx="4608512" cy="54088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marR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i="0" u="none" strike="noStrike" cap="none" dirty="0" smtClean="0">
                <a:solidFill>
                  <a:srgbClr val="000000"/>
                </a:solidFill>
                <a:latin typeface="Montserrat" pitchFamily="2" charset="77"/>
                <a:ea typeface="Montserrat" pitchFamily="2" charset="77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7E45D47-7DE2-E5F8-042C-55048792E0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995936" y="3939902"/>
            <a:ext cx="4608512" cy="54088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marR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i="0" u="none" strike="noStrike" cap="none" dirty="0" smtClean="0">
                <a:solidFill>
                  <a:srgbClr val="000000"/>
                </a:solidFill>
                <a:latin typeface="Montserrat" pitchFamily="2" charset="77"/>
                <a:ea typeface="Montserrat" pitchFamily="2" charset="77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52">
            <a:extLst>
              <a:ext uri="{FF2B5EF4-FFF2-40B4-BE49-F238E27FC236}">
                <a16:creationId xmlns:a16="http://schemas.microsoft.com/office/drawing/2014/main" id="{5FB5E17E-4F67-D275-ABC9-B2EA977B8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00736" y="453258"/>
            <a:ext cx="509122" cy="509122"/>
          </a:xfrm>
          <a:prstGeom prst="rect">
            <a:avLst/>
          </a:prstGeom>
          <a:noFill/>
          <a:ln w="38100">
            <a:noFill/>
          </a:ln>
        </p:spPr>
        <p:txBody>
          <a:bodyPr wrap="none" lIns="72000" tIns="0" rIns="72000" bIns="0" anchor="ctr" anchorCtr="0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1" i="0" u="none" strike="noStrike" cap="none" dirty="0">
                <a:solidFill>
                  <a:schemeClr val="accent1"/>
                </a:solidFill>
                <a:latin typeface="Montserrat ExtraBold" pitchFamily="2" charset="77"/>
                <a:ea typeface="Montserrat ExtraBold" pitchFamily="2" charset="77"/>
                <a:cs typeface="Arial" panose="020B0604020202020204" pitchFamily="34" charset="0"/>
                <a:sym typeface="Arial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16" name="Espace réservé du texte 52">
            <a:extLst>
              <a:ext uri="{FF2B5EF4-FFF2-40B4-BE49-F238E27FC236}">
                <a16:creationId xmlns:a16="http://schemas.microsoft.com/office/drawing/2014/main" id="{A391CA58-67D4-5005-5159-9E5B9A9A70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00736" y="1153763"/>
            <a:ext cx="509122" cy="509122"/>
          </a:xfrm>
          <a:prstGeom prst="rect">
            <a:avLst/>
          </a:prstGeom>
          <a:noFill/>
          <a:ln w="38100">
            <a:noFill/>
          </a:ln>
        </p:spPr>
        <p:txBody>
          <a:bodyPr wrap="none" lIns="72000" tIns="0" rIns="72000" bIns="0" anchor="ctr" anchorCtr="0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1" i="0" u="none" strike="noStrike" cap="none" dirty="0">
                <a:solidFill>
                  <a:schemeClr val="tx2"/>
                </a:solidFill>
                <a:latin typeface="Montserrat ExtraBold" pitchFamily="2" charset="77"/>
                <a:ea typeface="Montserrat ExtraBold" pitchFamily="2" charset="77"/>
                <a:cs typeface="Arial" panose="020B0604020202020204" pitchFamily="34" charset="0"/>
                <a:sym typeface="Arial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02</a:t>
            </a:r>
            <a:endParaRPr lang="fr-FR" dirty="0"/>
          </a:p>
        </p:txBody>
      </p:sp>
      <p:sp>
        <p:nvSpPr>
          <p:cNvPr id="17" name="Espace réservé du texte 52">
            <a:extLst>
              <a:ext uri="{FF2B5EF4-FFF2-40B4-BE49-F238E27FC236}">
                <a16:creationId xmlns:a16="http://schemas.microsoft.com/office/drawing/2014/main" id="{F8F3C5FA-1F2F-26E0-1478-59FD6AF88B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0736" y="1854268"/>
            <a:ext cx="509122" cy="509122"/>
          </a:xfrm>
          <a:prstGeom prst="rect">
            <a:avLst/>
          </a:prstGeom>
          <a:noFill/>
          <a:ln w="38100">
            <a:noFill/>
          </a:ln>
        </p:spPr>
        <p:txBody>
          <a:bodyPr wrap="none" lIns="72000" tIns="0" rIns="72000" bIns="0" anchor="ctr" anchorCtr="0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1" i="0" u="none" strike="noStrike" cap="none" dirty="0">
                <a:solidFill>
                  <a:schemeClr val="accent2"/>
                </a:solidFill>
                <a:latin typeface="Montserrat ExtraBold" pitchFamily="2" charset="77"/>
                <a:ea typeface="Montserrat ExtraBold" pitchFamily="2" charset="77"/>
                <a:cs typeface="Arial" panose="020B0604020202020204" pitchFamily="34" charset="0"/>
                <a:sym typeface="Arial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03</a:t>
            </a:r>
            <a:endParaRPr lang="fr-FR" dirty="0"/>
          </a:p>
        </p:txBody>
      </p:sp>
      <p:sp>
        <p:nvSpPr>
          <p:cNvPr id="18" name="Espace réservé du texte 52">
            <a:extLst>
              <a:ext uri="{FF2B5EF4-FFF2-40B4-BE49-F238E27FC236}">
                <a16:creationId xmlns:a16="http://schemas.microsoft.com/office/drawing/2014/main" id="{2F2409D7-F93C-C46F-82A9-B8ECC3FE32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00736" y="2554773"/>
            <a:ext cx="509122" cy="509122"/>
          </a:xfrm>
          <a:prstGeom prst="rect">
            <a:avLst/>
          </a:prstGeom>
          <a:noFill/>
          <a:ln w="38100">
            <a:noFill/>
          </a:ln>
        </p:spPr>
        <p:txBody>
          <a:bodyPr wrap="none" lIns="72000" tIns="0" rIns="72000" bIns="0" anchor="ctr" anchorCtr="0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1" i="0" u="none" strike="noStrike" cap="none" dirty="0">
                <a:solidFill>
                  <a:schemeClr val="accent3"/>
                </a:solidFill>
                <a:latin typeface="Montserrat ExtraBold" pitchFamily="2" charset="77"/>
                <a:ea typeface="Montserrat ExtraBold" pitchFamily="2" charset="77"/>
                <a:cs typeface="Arial" panose="020B0604020202020204" pitchFamily="34" charset="0"/>
                <a:sym typeface="Arial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04</a:t>
            </a:r>
            <a:endParaRPr lang="fr-FR" dirty="0"/>
          </a:p>
        </p:txBody>
      </p:sp>
      <p:sp>
        <p:nvSpPr>
          <p:cNvPr id="19" name="Espace réservé du texte 52">
            <a:extLst>
              <a:ext uri="{FF2B5EF4-FFF2-40B4-BE49-F238E27FC236}">
                <a16:creationId xmlns:a16="http://schemas.microsoft.com/office/drawing/2014/main" id="{45A5F86D-8648-B366-0146-A8D4D3392A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00736" y="3255278"/>
            <a:ext cx="509122" cy="509122"/>
          </a:xfrm>
          <a:prstGeom prst="rect">
            <a:avLst/>
          </a:prstGeom>
          <a:noFill/>
          <a:ln w="38100">
            <a:noFill/>
          </a:ln>
        </p:spPr>
        <p:txBody>
          <a:bodyPr wrap="none" lIns="72000" tIns="0" rIns="72000" bIns="0" anchor="ctr" anchorCtr="0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1" i="0" u="none" strike="noStrike" cap="none" dirty="0">
                <a:solidFill>
                  <a:schemeClr val="accent4"/>
                </a:solidFill>
                <a:latin typeface="Montserrat ExtraBold" pitchFamily="2" charset="77"/>
                <a:ea typeface="Montserrat ExtraBold" pitchFamily="2" charset="77"/>
                <a:cs typeface="Arial" panose="020B0604020202020204" pitchFamily="34" charset="0"/>
                <a:sym typeface="Arial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05</a:t>
            </a:r>
            <a:endParaRPr lang="fr-FR" dirty="0"/>
          </a:p>
        </p:txBody>
      </p:sp>
      <p:sp>
        <p:nvSpPr>
          <p:cNvPr id="20" name="Espace réservé du texte 52">
            <a:extLst>
              <a:ext uri="{FF2B5EF4-FFF2-40B4-BE49-F238E27FC236}">
                <a16:creationId xmlns:a16="http://schemas.microsoft.com/office/drawing/2014/main" id="{C824AA49-CBCF-BCA7-75FE-4A4DBABE2D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00736" y="3955782"/>
            <a:ext cx="509122" cy="509122"/>
          </a:xfrm>
          <a:prstGeom prst="rect">
            <a:avLst/>
          </a:prstGeom>
          <a:noFill/>
          <a:ln w="38100">
            <a:noFill/>
          </a:ln>
        </p:spPr>
        <p:txBody>
          <a:bodyPr wrap="none" lIns="72000" tIns="0" rIns="72000" bIns="0" anchor="ctr" anchorCtr="0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1" i="0" u="none" strike="noStrike" cap="none" dirty="0">
                <a:solidFill>
                  <a:schemeClr val="accent6"/>
                </a:solidFill>
                <a:latin typeface="Montserrat ExtraBold" pitchFamily="2" charset="77"/>
                <a:ea typeface="Montserrat ExtraBold" pitchFamily="2" charset="77"/>
                <a:cs typeface="Arial" panose="020B0604020202020204" pitchFamily="34" charset="0"/>
                <a:sym typeface="Arial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06</a:t>
            </a:r>
            <a:endParaRPr lang="fr-FR" dirty="0"/>
          </a:p>
        </p:txBody>
      </p:sp>
      <p:sp>
        <p:nvSpPr>
          <p:cNvPr id="21" name="Titre 6">
            <a:extLst>
              <a:ext uri="{FF2B5EF4-FFF2-40B4-BE49-F238E27FC236}">
                <a16:creationId xmlns:a16="http://schemas.microsoft.com/office/drawing/2014/main" id="{502A816C-10E3-480A-E064-C5C19FE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169876"/>
            <a:ext cx="2308999" cy="432000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6754B8A-3BE7-0FCB-E817-B5C06FE442BA}"/>
              </a:ext>
            </a:extLst>
          </p:cNvPr>
          <p:cNvCxnSpPr>
            <a:cxnSpLocks/>
          </p:cNvCxnSpPr>
          <p:nvPr userDrawn="1"/>
        </p:nvCxnSpPr>
        <p:spPr>
          <a:xfrm>
            <a:off x="1365622" y="2643758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26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R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3">
            <a:extLst>
              <a:ext uri="{FF2B5EF4-FFF2-40B4-BE49-F238E27FC236}">
                <a16:creationId xmlns:a16="http://schemas.microsoft.com/office/drawing/2014/main" id="{CD16AD55-7B79-9275-F3DB-19ECCA22B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44" y="1991851"/>
            <a:ext cx="4536504" cy="1159799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fr-FR" noProof="0" dirty="0"/>
              <a:t>titre de partie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12096FFF-9FDD-C9C6-07C3-2F0D892797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3507" y="2056593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4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R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3">
            <a:extLst>
              <a:ext uri="{FF2B5EF4-FFF2-40B4-BE49-F238E27FC236}">
                <a16:creationId xmlns:a16="http://schemas.microsoft.com/office/drawing/2014/main" id="{CD16AD55-7B79-9275-F3DB-19ECCA22B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44" y="1991851"/>
            <a:ext cx="4536504" cy="1159799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fr-FR" noProof="0" dirty="0"/>
              <a:t>titre de partie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67D0424-C650-13FD-18D6-0E55AE465D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3507" y="2056593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8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R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3">
            <a:extLst>
              <a:ext uri="{FF2B5EF4-FFF2-40B4-BE49-F238E27FC236}">
                <a16:creationId xmlns:a16="http://schemas.microsoft.com/office/drawing/2014/main" id="{CD16AD55-7B79-9275-F3DB-19ECCA22B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44" y="1991851"/>
            <a:ext cx="4536504" cy="1159799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fr-FR" noProof="0" dirty="0"/>
              <a:t>titre de partie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6B412C8-CE63-CBC9-F3A6-EBE6EA68A5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3507" y="2056593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7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R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3">
            <a:extLst>
              <a:ext uri="{FF2B5EF4-FFF2-40B4-BE49-F238E27FC236}">
                <a16:creationId xmlns:a16="http://schemas.microsoft.com/office/drawing/2014/main" id="{CD16AD55-7B79-9275-F3DB-19ECCA22B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44" y="1991851"/>
            <a:ext cx="4536504" cy="1159799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fr-FR" noProof="0" dirty="0"/>
              <a:t>titre de partie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16C47AD-371A-19A9-B851-E5DA5088E5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121" y="2056593"/>
            <a:ext cx="1188823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5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R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3">
            <a:extLst>
              <a:ext uri="{FF2B5EF4-FFF2-40B4-BE49-F238E27FC236}">
                <a16:creationId xmlns:a16="http://schemas.microsoft.com/office/drawing/2014/main" id="{CD16AD55-7B79-9275-F3DB-19ECCA22B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44" y="1991851"/>
            <a:ext cx="4536504" cy="1159799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fr-FR" noProof="0" dirty="0"/>
              <a:t>titre de partie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415E348-46FF-6DB3-93BE-FC50B1F746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3507" y="2056593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7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R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3">
            <a:extLst>
              <a:ext uri="{FF2B5EF4-FFF2-40B4-BE49-F238E27FC236}">
                <a16:creationId xmlns:a16="http://schemas.microsoft.com/office/drawing/2014/main" id="{CD16AD55-7B79-9275-F3DB-19ECCA22B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44" y="1991851"/>
            <a:ext cx="4536504" cy="1159799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fr-FR" noProof="0" dirty="0"/>
              <a:t>titre de partie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73726D8-80D1-179B-E3A4-F90A7E65B6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3507" y="2056593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1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C0ACF7-4FEF-457F-D0E6-64BE16DD3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defRPr sz="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B263897-47F7-4E95-86A2-FE2677FA05CC}" type="datetimeFigureOut">
              <a:rPr lang="fr-FR" smtClean="0"/>
              <a:pPr/>
              <a:t>01/07/2026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836D02-891B-D10A-E6B1-E783DE05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  <a:prstGeom prst="rect">
            <a:avLst/>
          </a:prstGeom>
        </p:spPr>
        <p:txBody>
          <a:bodyPr tIns="0" b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64CF1-99DA-343A-940A-8F039A727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  <a:prstGeom prst="rect">
            <a:avLst/>
          </a:prstGeom>
        </p:spPr>
        <p:txBody>
          <a:bodyPr tIns="0" bIns="0" anchor="ctr" anchorCtr="0"/>
          <a:lstStyle/>
          <a:p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C56C5D-C9D9-04FB-D3A7-B8A140B17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19572" y="194400"/>
            <a:ext cx="7704856" cy="337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650A9163-E8BF-DDC5-1C71-1A922FC84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951" y="612000"/>
            <a:ext cx="7704098" cy="2880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 b="0" i="0" baseline="0">
                <a:solidFill>
                  <a:srgbClr val="B24388"/>
                </a:solidFill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Sous titre de la slide</a:t>
            </a:r>
          </a:p>
        </p:txBody>
      </p:sp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E24C1993-078B-6B92-2976-D8D3A2FA85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/>
          </p:nvPr>
        </p:nvSpPr>
        <p:spPr>
          <a:xfrm>
            <a:off x="719572" y="980271"/>
            <a:ext cx="7704856" cy="38638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BA0E8AE-73F8-5786-B6D3-B7F6D535C2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387587" y="555526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66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C0ACF7-4FEF-457F-D0E6-64BE16DD3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defRPr sz="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B263897-47F7-4E95-86A2-FE2677FA05CC}" type="datetimeFigureOut">
              <a:rPr lang="fr-FR" smtClean="0"/>
              <a:pPr/>
              <a:t>01/07/2026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836D02-891B-D10A-E6B1-E783DE05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  <a:prstGeom prst="rect">
            <a:avLst/>
          </a:prstGeom>
        </p:spPr>
        <p:txBody>
          <a:bodyPr tIns="0" b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64CF1-99DA-343A-940A-8F039A727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  <a:prstGeom prst="rect">
            <a:avLst/>
          </a:prstGeom>
        </p:spPr>
        <p:txBody>
          <a:bodyPr tIns="0" bIns="0" anchor="ctr" anchorCtr="0"/>
          <a:lstStyle/>
          <a:p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C56C5D-C9D9-04FB-D3A7-B8A140B17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19572" y="194400"/>
            <a:ext cx="7704856" cy="337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650A9163-E8BF-DDC5-1C71-1A922FC84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951" y="612000"/>
            <a:ext cx="7704098" cy="2880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 b="0" i="0" baseline="0">
                <a:solidFill>
                  <a:srgbClr val="B24388"/>
                </a:solidFill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Sous titre de la slide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BA0E8AE-73F8-5786-B6D3-B7F6D535C2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387587" y="555526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2B218240-C14B-7EAF-08F5-E645687CF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/>
          </p:nvPr>
        </p:nvSpPr>
        <p:spPr>
          <a:xfrm>
            <a:off x="381485" y="980270"/>
            <a:ext cx="4140000" cy="38237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1330214-CDD1-0FE1-7935-2AACC43793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/>
          </p:nvPr>
        </p:nvSpPr>
        <p:spPr>
          <a:xfrm>
            <a:off x="4622517" y="980270"/>
            <a:ext cx="4140000" cy="38237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213098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E612E-CC87-E934-BC20-7DE97FB3C4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2240" y="0"/>
            <a:ext cx="2088232" cy="4883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C0ACF7-4FEF-457F-D0E6-64BE16DD3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defRPr sz="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B263897-47F7-4E95-86A2-FE2677FA05CC}" type="datetimeFigureOut">
              <a:rPr lang="fr-FR" smtClean="0"/>
              <a:pPr/>
              <a:t>01/07/2026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836D02-891B-D10A-E6B1-E783DE05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  <a:prstGeom prst="rect">
            <a:avLst/>
          </a:prstGeom>
        </p:spPr>
        <p:txBody>
          <a:bodyPr tIns="0" b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64CF1-99DA-343A-940A-8F039A727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  <a:prstGeom prst="rect">
            <a:avLst/>
          </a:prstGeom>
        </p:spPr>
        <p:txBody>
          <a:bodyPr tIns="0" bIns="0" anchor="ctr" anchorCtr="0"/>
          <a:lstStyle/>
          <a:p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C56C5D-C9D9-04FB-D3A7-B8A140B17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81485" y="194400"/>
            <a:ext cx="6278953" cy="337362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650A9163-E8BF-DDC5-1C71-1A922FC84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81897" y="612000"/>
            <a:ext cx="6278335" cy="2880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 b="0" i="0" baseline="0">
                <a:solidFill>
                  <a:srgbClr val="B24388"/>
                </a:solidFill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Sous titre de la slide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C706B678-B698-5E41-DA22-65372E9158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/>
          </p:nvPr>
        </p:nvSpPr>
        <p:spPr>
          <a:xfrm>
            <a:off x="381485" y="1131590"/>
            <a:ext cx="4620366" cy="34696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22DB029C-0274-F6CE-63A7-B2E633C203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4"/>
          </p:nvPr>
        </p:nvSpPr>
        <p:spPr>
          <a:xfrm>
            <a:off x="5398273" y="1131590"/>
            <a:ext cx="3025775" cy="34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10281C66-B011-5009-06B9-E2565D9A2CA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3267069" y="555526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802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44B6C2-9036-E915-01EE-75C9A5670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9318" y="0"/>
            <a:ext cx="2088232" cy="4883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C0ACF7-4FEF-457F-D0E6-64BE16DD3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defRPr sz="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B263897-47F7-4E95-86A2-FE2677FA05CC}" type="datetimeFigureOut">
              <a:rPr lang="fr-FR" smtClean="0"/>
              <a:pPr/>
              <a:t>01/07/2026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836D02-891B-D10A-E6B1-E783DE05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  <a:prstGeom prst="rect">
            <a:avLst/>
          </a:prstGeom>
        </p:spPr>
        <p:txBody>
          <a:bodyPr tIns="0" b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64CF1-99DA-343A-940A-8F039A727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  <a:prstGeom prst="rect">
            <a:avLst/>
          </a:prstGeom>
        </p:spPr>
        <p:txBody>
          <a:bodyPr tIns="0" bIns="0" anchor="ctr" anchorCtr="0"/>
          <a:lstStyle/>
          <a:p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C56C5D-C9D9-04FB-D3A7-B8A140B17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83768" y="194400"/>
            <a:ext cx="6300048" cy="337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650A9163-E8BF-DDC5-1C71-1A922FC84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83973" y="612000"/>
            <a:ext cx="6299428" cy="2880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 b="0" i="0" baseline="0">
                <a:solidFill>
                  <a:srgbClr val="B24388"/>
                </a:solidFill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Sous titre de la slide</a:t>
            </a:r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7B5DCDAF-2213-767B-D5EA-17E53872DA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/>
          </p:nvPr>
        </p:nvSpPr>
        <p:spPr>
          <a:xfrm>
            <a:off x="3509093" y="1131590"/>
            <a:ext cx="5274723" cy="34696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4E55356-C8BD-515F-FF65-3AC59123DE9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355301" y="555526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2EE59C64-D214-F819-E1A1-87D8040D9C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5"/>
          </p:nvPr>
        </p:nvSpPr>
        <p:spPr>
          <a:xfrm>
            <a:off x="707212" y="1131578"/>
            <a:ext cx="2323650" cy="34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118740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C0ACF7-4FEF-457F-D0E6-64BE16DD3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defRPr sz="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B263897-47F7-4E95-86A2-FE2677FA05CC}" type="datetimeFigureOut">
              <a:rPr lang="fr-FR" smtClean="0"/>
              <a:pPr/>
              <a:t>01/07/2026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836D02-891B-D10A-E6B1-E783DE05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  <a:prstGeom prst="rect">
            <a:avLst/>
          </a:prstGeom>
        </p:spPr>
        <p:txBody>
          <a:bodyPr tIns="0" b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64CF1-99DA-343A-940A-8F039A727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  <a:prstGeom prst="rect">
            <a:avLst/>
          </a:prstGeom>
        </p:spPr>
        <p:txBody>
          <a:bodyPr tIns="0" bIns="0" anchor="ctr" anchorCtr="0"/>
          <a:lstStyle/>
          <a:p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C56C5D-C9D9-04FB-D3A7-B8A140B17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19572" y="194400"/>
            <a:ext cx="7704856" cy="337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650A9163-E8BF-DDC5-1C71-1A922FC84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951" y="612000"/>
            <a:ext cx="7704098" cy="2880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 b="0" i="0" baseline="0">
                <a:solidFill>
                  <a:srgbClr val="B24388"/>
                </a:solidFill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Sous titre de la slide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BA0E8AE-73F8-5786-B6D3-B7F6D535C2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387587" y="555526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802ECAA-3AFA-5030-CE7E-B8CFA66ED3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7028" y="1294727"/>
            <a:ext cx="2821451" cy="34068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5FB76532-A3C3-51E8-4274-47A62AE1CA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/>
          </p:nvPr>
        </p:nvSpPr>
        <p:spPr>
          <a:xfrm>
            <a:off x="4291404" y="977101"/>
            <a:ext cx="4348762" cy="372449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43BE1F4B-5BB1-1422-4203-EF9CBB95C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5"/>
          </p:nvPr>
        </p:nvSpPr>
        <p:spPr>
          <a:xfrm>
            <a:off x="546988" y="977102"/>
            <a:ext cx="2808286" cy="3406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316598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5">
            <a:extLst>
              <a:ext uri="{FF2B5EF4-FFF2-40B4-BE49-F238E27FC236}">
                <a16:creationId xmlns:a16="http://schemas.microsoft.com/office/drawing/2014/main" id="{313A6815-B718-5DE8-0A53-A12B3A4719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30"/>
          </p:nvPr>
        </p:nvSpPr>
        <p:spPr>
          <a:xfrm>
            <a:off x="470301" y="1040691"/>
            <a:ext cx="1695765" cy="1705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endParaRPr lang="fr-FR" dirty="0"/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92CECC72-5282-CE41-71CB-3612F34ECB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31"/>
          </p:nvPr>
        </p:nvSpPr>
        <p:spPr>
          <a:xfrm>
            <a:off x="1455494" y="3028166"/>
            <a:ext cx="1705182" cy="1705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C0ACF7-4FEF-457F-D0E6-64BE16DD3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defRPr sz="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7B263897-47F7-4E95-86A2-FE2677FA05CC}" type="datetimeFigureOut">
              <a:rPr lang="fr-FR" smtClean="0"/>
              <a:pPr/>
              <a:t>01/07/2026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836D02-891B-D10A-E6B1-E783DE05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  <a:prstGeom prst="rect">
            <a:avLst/>
          </a:prstGeom>
        </p:spPr>
        <p:txBody>
          <a:bodyPr tIns="0" b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64CF1-99DA-343A-940A-8F039A727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  <a:prstGeom prst="rect">
            <a:avLst/>
          </a:prstGeom>
        </p:spPr>
        <p:txBody>
          <a:bodyPr tIns="0" bIns="0" anchor="ctr" anchorCtr="0"/>
          <a:lstStyle/>
          <a:p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C56C5D-C9D9-04FB-D3A7-B8A140B17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19572" y="194400"/>
            <a:ext cx="7704856" cy="337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650A9163-E8BF-DDC5-1C71-1A922FC84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951" y="612000"/>
            <a:ext cx="7704098" cy="2880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 b="0" i="0" baseline="0">
                <a:solidFill>
                  <a:srgbClr val="B24388"/>
                </a:solidFill>
                <a:latin typeface="Montserrat" pitchFamily="2" charset="77"/>
              </a:defRPr>
            </a:lvl1pPr>
            <a:lvl2pPr marL="457200" indent="0">
              <a:buNone/>
              <a:defRPr sz="1200" b="0">
                <a:solidFill>
                  <a:schemeClr val="bg1"/>
                </a:solidFill>
              </a:defRPr>
            </a:lvl2pPr>
            <a:lvl3pPr marL="914400" indent="0">
              <a:buNone/>
              <a:defRPr sz="1200" b="0">
                <a:solidFill>
                  <a:schemeClr val="bg1"/>
                </a:solidFill>
              </a:defRPr>
            </a:lvl3pPr>
            <a:lvl4pPr marL="1371600" indent="0">
              <a:buNone/>
              <a:defRPr sz="1200" b="0">
                <a:solidFill>
                  <a:schemeClr val="bg1"/>
                </a:solidFill>
              </a:defRPr>
            </a:lvl4pPr>
            <a:lvl5pPr marL="1828800" indent="0">
              <a:buNone/>
              <a:defRPr sz="12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Sous titre de la slide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BA0E8AE-73F8-5786-B6D3-B7F6D535C2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387587" y="555526"/>
            <a:ext cx="368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868E6C70-7F79-0178-2723-6C82DA231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5"/>
          </p:nvPr>
        </p:nvSpPr>
        <p:spPr>
          <a:xfrm>
            <a:off x="2488742" y="1040692"/>
            <a:ext cx="6151610" cy="17051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DE52E8C7-C7A7-1255-2170-ADFC77AC7A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8"/>
          </p:nvPr>
        </p:nvSpPr>
        <p:spPr>
          <a:xfrm>
            <a:off x="3483353" y="3029913"/>
            <a:ext cx="5157000" cy="17051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1105511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0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4.sv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hyperlink" Target="http://www.groupebpce.fr/" TargetMode="External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D75F8FB-43A0-71B3-2F8C-E439D23D86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0439" cy="514349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656D452-0535-522F-139F-DD35E1E75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264" y="4568413"/>
            <a:ext cx="1547464" cy="253597"/>
          </a:xfrm>
          <a:prstGeom prst="rect">
            <a:avLst/>
          </a:prstGeom>
        </p:spPr>
      </p:pic>
      <p:pic>
        <p:nvPicPr>
          <p:cNvPr id="5" name="Image 4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A0CDC383-CA04-0753-412D-744EBA6039B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433401"/>
            <a:ext cx="2258356" cy="556162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C9D2FC8-944D-A12A-CFFB-6D2F2374DC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092280" y="496700"/>
            <a:ext cx="1841405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5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 cap="all" baseline="0">
          <a:solidFill>
            <a:schemeClr val="tx1"/>
          </a:solidFill>
          <a:latin typeface="Montserrat ExtraBold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Cambria Math" panose="02040503050406030204" pitchFamily="18" charset="0"/>
        <a:buNone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975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7188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943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38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38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 cap="all" baseline="0">
          <a:solidFill>
            <a:schemeClr val="tx1"/>
          </a:solidFill>
          <a:latin typeface="Montserrat ExtraBold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Cambria Math" panose="02040503050406030204" pitchFamily="18" charset="0"/>
        <a:buNone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975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7188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943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38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pour une image  5">
            <a:extLst>
              <a:ext uri="{FF2B5EF4-FFF2-40B4-BE49-F238E27FC236}">
                <a16:creationId xmlns:a16="http://schemas.microsoft.com/office/drawing/2014/main" id="{E0876D16-2D66-9163-094E-FE112BD1C9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419475" cy="5164138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ACBC8408-0C27-675E-6DE8-90FD4304AA6C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609498" y="1726453"/>
            <a:ext cx="1980318" cy="1690595"/>
            <a:chOff x="2303748" y="1726453"/>
            <a:chExt cx="1980318" cy="169059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5B3CE30-A0BF-8F6F-BE75-033745E410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3748" y="1726453"/>
              <a:ext cx="1908212" cy="1690595"/>
            </a:xfrm>
            <a:prstGeom prst="rect">
              <a:avLst/>
            </a:prstGeom>
            <a:solidFill>
              <a:schemeClr val="bg1"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B3BFFE3-B3BE-F66B-4DAA-11A4CC98B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96028" y="1822485"/>
              <a:ext cx="1888038" cy="1498531"/>
            </a:xfrm>
            <a:prstGeom prst="rect">
              <a:avLst/>
            </a:prstGeom>
            <a:solidFill>
              <a:schemeClr val="bg1"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D8F48B-BEA3-C331-CB95-906265825A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92060" y="1918515"/>
              <a:ext cx="1719900" cy="13064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9AC3ED7-9D7A-5B46-7265-E81366C54B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3851920" y="2322000"/>
            <a:ext cx="0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91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 cap="all" baseline="0">
          <a:solidFill>
            <a:schemeClr val="tx1"/>
          </a:solidFill>
          <a:latin typeface="Montserrat ExtraBold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Cambria Math" panose="02040503050406030204" pitchFamily="18" charset="0"/>
        <a:buNone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975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7188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943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385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92DF213-2980-74F9-A925-D6D2DD76EC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0" y="4883355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4158615F-03BA-9457-282C-938452CC3B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40352" y="4931151"/>
            <a:ext cx="900000" cy="147491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E1E10E8-876F-CF02-0B90-B839BC8451A9}"/>
              </a:ext>
            </a:extLst>
          </p:cNvPr>
          <p:cNvCxnSpPr/>
          <p:nvPr userDrawn="1"/>
        </p:nvCxnSpPr>
        <p:spPr>
          <a:xfrm flipH="1">
            <a:off x="0" y="4883355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68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9" r:id="rId2"/>
    <p:sldLayoutId id="2147483774" r:id="rId3"/>
    <p:sldLayoutId id="2147483775" r:id="rId4"/>
    <p:sldLayoutId id="2147483776" r:id="rId5"/>
    <p:sldLayoutId id="2147483777" r:id="rId6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 cap="all" baseline="0">
          <a:solidFill>
            <a:schemeClr val="tx1"/>
          </a:solidFill>
          <a:latin typeface="Montserrat ExtraBold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Cambria Math" panose="02040503050406030204" pitchFamily="18" charset="0"/>
        <a:buNone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975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7188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943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385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olice, logo, Graphique, conception&#10;&#10;Description générée automatiquement">
            <a:extLst>
              <a:ext uri="{FF2B5EF4-FFF2-40B4-BE49-F238E27FC236}">
                <a16:creationId xmlns:a16="http://schemas.microsoft.com/office/drawing/2014/main" id="{5A8A8C2C-1124-097D-4C10-4448694447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3350" y="2260600"/>
            <a:ext cx="3797300" cy="6223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0E138FC-7D95-2E11-EE6D-0C2140965D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216" y="4083918"/>
            <a:ext cx="8869566" cy="947537"/>
          </a:xfrm>
          <a:prstGeom prst="rect">
            <a:avLst/>
          </a:prstGeom>
        </p:spPr>
      </p:pic>
      <p:sp>
        <p:nvSpPr>
          <p:cNvPr id="5" name="Shape 190">
            <a:hlinkClick r:id="rId5"/>
            <a:extLst>
              <a:ext uri="{FF2B5EF4-FFF2-40B4-BE49-F238E27FC236}">
                <a16:creationId xmlns:a16="http://schemas.microsoft.com/office/drawing/2014/main" id="{64EB0681-D1DF-0342-A9B7-D3703B175BD7}"/>
              </a:ext>
            </a:extLst>
          </p:cNvPr>
          <p:cNvSpPr txBox="1">
            <a:spLocks/>
          </p:cNvSpPr>
          <p:nvPr userDrawn="1"/>
        </p:nvSpPr>
        <p:spPr>
          <a:xfrm>
            <a:off x="3861869" y="3516214"/>
            <a:ext cx="1420261" cy="148823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u="none" strike="noStrike" cap="all" baseline="0">
                <a:solidFill>
                  <a:schemeClr val="accent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/>
                <a:sym typeface="Arial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fr-FR" sz="1200" b="1" i="0" cap="none" dirty="0">
                <a:solidFill>
                  <a:schemeClr val="accent1"/>
                </a:solidFill>
                <a:latin typeface="Montserrat SemiBold" pitchFamily="2" charset="77"/>
                <a:ea typeface="Cabin"/>
                <a:cs typeface="Cabin"/>
                <a:sym typeface="Cabin"/>
              </a:rPr>
              <a:t>groupeBPCE.com</a:t>
            </a:r>
          </a:p>
        </p:txBody>
      </p:sp>
      <p:pic>
        <p:nvPicPr>
          <p:cNvPr id="6" name="Image 5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9036521F-33D3-7338-C80B-6BEA85F48E9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433401"/>
            <a:ext cx="2258356" cy="556162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30888222-9933-A8C1-3121-0149D5F36F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092280" y="496700"/>
            <a:ext cx="1841405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7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 cap="all" baseline="0">
          <a:solidFill>
            <a:schemeClr val="tx1"/>
          </a:solidFill>
          <a:latin typeface="Montserrat ExtraBold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Cambria Math" panose="02040503050406030204" pitchFamily="18" charset="0"/>
        <a:buNone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975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7188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943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3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15.png"/><Relationship Id="rId12" Type="http://schemas.microsoft.com/office/2007/relationships/diagramDrawing" Target="../diagrams/drawing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11" Type="http://schemas.openxmlformats.org/officeDocument/2006/relationships/diagramColors" Target="../diagrams/colors3.xml"/><Relationship Id="rId5" Type="http://schemas.openxmlformats.org/officeDocument/2006/relationships/diagramColors" Target="../diagrams/colors2.xml"/><Relationship Id="rId10" Type="http://schemas.openxmlformats.org/officeDocument/2006/relationships/diagramQuickStyle" Target="../diagrams/quickStyle3.xml"/><Relationship Id="rId4" Type="http://schemas.openxmlformats.org/officeDocument/2006/relationships/diagramQuickStyle" Target="../diagrams/quickStyle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diagramColors" Target="../diagrams/colors5.xml"/><Relationship Id="rId3" Type="http://schemas.openxmlformats.org/officeDocument/2006/relationships/image" Target="../media/image17.png"/><Relationship Id="rId7" Type="http://schemas.openxmlformats.org/officeDocument/2006/relationships/diagramQuickStyle" Target="../diagrams/quickStyle4.xml"/><Relationship Id="rId12" Type="http://schemas.openxmlformats.org/officeDocument/2006/relationships/diagramQuickStyle" Target="../diagrams/quickStyle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6" Type="http://schemas.openxmlformats.org/officeDocument/2006/relationships/diagramLayout" Target="../diagrams/layout4.xml"/><Relationship Id="rId11" Type="http://schemas.openxmlformats.org/officeDocument/2006/relationships/diagramLayout" Target="../diagrams/layout5.xml"/><Relationship Id="rId5" Type="http://schemas.openxmlformats.org/officeDocument/2006/relationships/diagramData" Target="../diagrams/data4.xml"/><Relationship Id="rId10" Type="http://schemas.openxmlformats.org/officeDocument/2006/relationships/diagramData" Target="../diagrams/data5.xml"/><Relationship Id="rId4" Type="http://schemas.openxmlformats.org/officeDocument/2006/relationships/image" Target="../media/image18.png"/><Relationship Id="rId9" Type="http://schemas.microsoft.com/office/2007/relationships/diagramDrawing" Target="../diagrams/drawing4.xml"/><Relationship Id="rId14" Type="http://schemas.microsoft.com/office/2007/relationships/diagramDrawing" Target="../diagrams/drawin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Data" Target="../diagrams/data8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19.png"/><Relationship Id="rId17" Type="http://schemas.microsoft.com/office/2007/relationships/diagramDrawing" Target="../diagrams/drawing8.xml"/><Relationship Id="rId2" Type="http://schemas.openxmlformats.org/officeDocument/2006/relationships/diagramData" Target="../diagrams/data6.xml"/><Relationship Id="rId16" Type="http://schemas.openxmlformats.org/officeDocument/2006/relationships/diagramColors" Target="../diagrams/colors8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5" Type="http://schemas.openxmlformats.org/officeDocument/2006/relationships/diagramQuickStyle" Target="../diagrams/quickStyle8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Layout" Target="../diagrams/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diagramColors" Target="../diagrams/colors10.xml"/><Relationship Id="rId3" Type="http://schemas.openxmlformats.org/officeDocument/2006/relationships/diagramLayout" Target="../diagrams/layout9.xml"/><Relationship Id="rId7" Type="http://schemas.openxmlformats.org/officeDocument/2006/relationships/image" Target="../media/image20.png"/><Relationship Id="rId12" Type="http://schemas.openxmlformats.org/officeDocument/2006/relationships/diagramQuickStyle" Target="../diagrams/quickStyle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11" Type="http://schemas.openxmlformats.org/officeDocument/2006/relationships/diagramLayout" Target="../diagrams/layout10.xml"/><Relationship Id="rId5" Type="http://schemas.openxmlformats.org/officeDocument/2006/relationships/diagramColors" Target="../diagrams/colors9.xml"/><Relationship Id="rId10" Type="http://schemas.openxmlformats.org/officeDocument/2006/relationships/diagramData" Target="../diagrams/data10.xml"/><Relationship Id="rId4" Type="http://schemas.openxmlformats.org/officeDocument/2006/relationships/diagramQuickStyle" Target="../diagrams/quickStyle9.xml"/><Relationship Id="rId9" Type="http://schemas.openxmlformats.org/officeDocument/2006/relationships/image" Target="../media/image22.png"/><Relationship Id="rId14" Type="http://schemas.microsoft.com/office/2007/relationships/diagramDrawing" Target="../diagrams/drawing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23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13" Type="http://schemas.microsoft.com/office/2007/relationships/diagramDrawing" Target="../diagrams/drawing13.xml"/><Relationship Id="rId18" Type="http://schemas.openxmlformats.org/officeDocument/2006/relationships/diagramColors" Target="../diagrams/colors14.xml"/><Relationship Id="rId3" Type="http://schemas.openxmlformats.org/officeDocument/2006/relationships/image" Target="../media/image27.emf"/><Relationship Id="rId7" Type="http://schemas.openxmlformats.org/officeDocument/2006/relationships/diagramColors" Target="../diagrams/colors12.xml"/><Relationship Id="rId12" Type="http://schemas.openxmlformats.org/officeDocument/2006/relationships/diagramColors" Target="../diagrams/colors13.xml"/><Relationship Id="rId17" Type="http://schemas.openxmlformats.org/officeDocument/2006/relationships/diagramQuickStyle" Target="../diagrams/quickStyle14.xml"/><Relationship Id="rId2" Type="http://schemas.openxmlformats.org/officeDocument/2006/relationships/image" Target="../media/image26.emf"/><Relationship Id="rId16" Type="http://schemas.openxmlformats.org/officeDocument/2006/relationships/diagramLayout" Target="../diagrams/layout14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2.xml"/><Relationship Id="rId11" Type="http://schemas.openxmlformats.org/officeDocument/2006/relationships/diagramQuickStyle" Target="../diagrams/quickStyle13.xml"/><Relationship Id="rId5" Type="http://schemas.openxmlformats.org/officeDocument/2006/relationships/diagramLayout" Target="../diagrams/layout12.xml"/><Relationship Id="rId15" Type="http://schemas.openxmlformats.org/officeDocument/2006/relationships/diagramData" Target="../diagrams/data14.xml"/><Relationship Id="rId10" Type="http://schemas.openxmlformats.org/officeDocument/2006/relationships/diagramLayout" Target="../diagrams/layout13.xml"/><Relationship Id="rId19" Type="http://schemas.microsoft.com/office/2007/relationships/diagramDrawing" Target="../diagrams/drawing14.xml"/><Relationship Id="rId4" Type="http://schemas.openxmlformats.org/officeDocument/2006/relationships/diagramData" Target="../diagrams/data12.xml"/><Relationship Id="rId9" Type="http://schemas.openxmlformats.org/officeDocument/2006/relationships/diagramData" Target="../diagrams/data13.xml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96712-43CD-D51B-2B1B-7B440AE35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E4944C-E73A-7F13-70AC-5D377E4F1FB0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48BBF0-D650-1578-2F47-2C80FA0A06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0B1A8085-041D-4495-82E2-F50E3E25B825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076508-5D93-43FB-5B02-055722A848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DC04D668-738E-30A5-FCEB-229D0FCFE5A9}"/>
              </a:ext>
            </a:extLst>
          </p:cNvPr>
          <p:cNvSpPr txBox="1">
            <a:spLocks/>
          </p:cNvSpPr>
          <p:nvPr/>
        </p:nvSpPr>
        <p:spPr>
          <a:xfrm>
            <a:off x="503548" y="3898428"/>
            <a:ext cx="8136904" cy="833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defTabSz="914400" eaLnBrk="1" latinLnBrk="0" hangingPunct="1">
              <a:lnSpc>
                <a:spcPts val="1500"/>
              </a:lnSpc>
              <a:spcBef>
                <a:spcPts val="1000"/>
              </a:spcBef>
              <a:buClr>
                <a:schemeClr val="tx2"/>
              </a:buClr>
              <a:buFont typeface="Cambria Math" panose="02040503050406030204" pitchFamily="18" charset="0"/>
              <a:tabLst/>
              <a:defRPr sz="1500" b="1" kern="1200" baseline="0">
                <a:solidFill>
                  <a:srgbClr val="1F497D"/>
                </a:solidFill>
                <a:effectLst/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 defTabSz="91440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tabLst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defTabSz="91440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Wingdings" pitchFamily="2" charset="2"/>
              <a:tabLst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defTabSz="91440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tabLst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Présenté par: Christ </a:t>
            </a:r>
            <a:r>
              <a:rPr lang="fr-FR" dirty="0" err="1"/>
              <a:t>Peryclais</a:t>
            </a:r>
            <a:r>
              <a:rPr lang="fr-FR" dirty="0"/>
              <a:t> Ngolo &amp; Souhaibou Seynou</a:t>
            </a:r>
          </a:p>
          <a:p>
            <a:r>
              <a:rPr lang="fr-FR" dirty="0"/>
              <a:t>Mentor: Nicolas Fradin</a:t>
            </a:r>
          </a:p>
          <a:p>
            <a:r>
              <a:rPr lang="fr-FR" dirty="0"/>
              <a:t>7 juillet 2026</a:t>
            </a:r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05FC7D7D-6FE2-385F-05B2-FAF45DB88F88}"/>
              </a:ext>
            </a:extLst>
          </p:cNvPr>
          <p:cNvSpPr txBox="1">
            <a:spLocks/>
          </p:cNvSpPr>
          <p:nvPr/>
        </p:nvSpPr>
        <p:spPr>
          <a:xfrm>
            <a:off x="845792" y="1981880"/>
            <a:ext cx="7452416" cy="1179739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cap="all" baseline="0">
                <a:solidFill>
                  <a:schemeClr val="tx1"/>
                </a:solidFill>
                <a:latin typeface="Montserrat ExtraBold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ts val="2400"/>
              </a:lnSpc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PrédiSinistre:</a:t>
            </a:r>
            <a:br>
              <a:rPr lang="fr-FR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Détection de fraude sur des sinistres d’assurance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54DA8816-1E82-A634-B5A8-DE8458FD00AE}"/>
              </a:ext>
            </a:extLst>
          </p:cNvPr>
          <p:cNvSpPr txBox="1">
            <a:spLocks/>
          </p:cNvSpPr>
          <p:nvPr/>
        </p:nvSpPr>
        <p:spPr>
          <a:xfrm>
            <a:off x="5004048" y="334051"/>
            <a:ext cx="3636404" cy="192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Cambria Math" panose="02040503050406030204" pitchFamily="18" charset="0"/>
              <a:buNone/>
              <a:tabLst/>
              <a:defRPr sz="1800" b="0" i="0" kern="1200" cap="none" baseline="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None/>
              <a:tabLst/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Wingdings" pitchFamily="2" charset="2"/>
              <a:buNone/>
              <a:tabLst/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None/>
              <a:tabLst/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500"/>
              </a:lnSpc>
            </a:pPr>
            <a:r>
              <a:rPr lang="fr-FR" sz="1400" b="1" dirty="0">
                <a:solidFill>
                  <a:srgbClr val="1F497D"/>
                </a:solidFill>
              </a:rPr>
              <a:t>Soutenance de fin de projet collectif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5744F84E-87A4-C0B7-2FAA-B82DAB015202}"/>
              </a:ext>
            </a:extLst>
          </p:cNvPr>
          <p:cNvSpPr txBox="1">
            <a:spLocks/>
          </p:cNvSpPr>
          <p:nvPr/>
        </p:nvSpPr>
        <p:spPr>
          <a:xfrm>
            <a:off x="503548" y="334051"/>
            <a:ext cx="4140460" cy="5129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defTabSz="91440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Cambria Math" panose="02040503050406030204" pitchFamily="18" charset="0"/>
              <a:tabLst/>
              <a:defRPr b="1" kern="1200" baseline="0">
                <a:solidFill>
                  <a:srgbClr val="1F497D"/>
                </a:solidFill>
                <a:effectLst/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 defTabSz="91440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tabLst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defTabSz="91440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Wingdings" pitchFamily="2" charset="2"/>
              <a:tabLst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defTabSz="91440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tabLst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00"/>
              </a:lnSpc>
            </a:pPr>
            <a:r>
              <a:rPr lang="fr-FR" dirty="0"/>
              <a:t>Formation Liora</a:t>
            </a:r>
          </a:p>
          <a:p>
            <a:pPr algn="l">
              <a:lnSpc>
                <a:spcPts val="1500"/>
              </a:lnSpc>
            </a:pPr>
            <a:r>
              <a:rPr lang="fr-FR" dirty="0"/>
              <a:t>Cohorte: Data Scientist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30456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42D2C3B-2B28-E01C-3B4D-2BC3B76454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68510E7-8CD0-4E97-8D34-143D49BBCD8E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2CB7B3-95C5-5FB1-F797-2D32F4B40A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F25E9274-117A-1530-4C83-6F827B7F02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Contexte et objectifs</a:t>
            </a: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B35E0808-E8FA-1174-4676-EF814075BE4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97602867"/>
              </p:ext>
            </p:extLst>
          </p:nvPr>
        </p:nvGraphicFramePr>
        <p:xfrm>
          <a:off x="719138" y="979488"/>
          <a:ext cx="7705725" cy="3863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2683820-BE54-8C42-3F1B-346EF1A9ED86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</p:spTree>
    <p:extLst>
      <p:ext uri="{BB962C8B-B14F-4D97-AF65-F5344CB8AC3E}">
        <p14:creationId xmlns:p14="http://schemas.microsoft.com/office/powerpoint/2010/main" val="190367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8FB2377-3E3B-9CDA-6872-0B9200401A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3A69393F-0FEA-4317-9F17-4E51EA617140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CA4FAB-38C0-2C83-2B61-5DC0D2CCC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830C89C-586A-9F11-56B8-6D7F7571C0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Jeu de données et variable cible</a:t>
            </a:r>
          </a:p>
        </p:txBody>
      </p:sp>
      <p:graphicFrame>
        <p:nvGraphicFramePr>
          <p:cNvPr id="13" name="Espace réservé du contenu 12">
            <a:extLst>
              <a:ext uri="{FF2B5EF4-FFF2-40B4-BE49-F238E27FC236}">
                <a16:creationId xmlns:a16="http://schemas.microsoft.com/office/drawing/2014/main" id="{838A9E82-FDD4-B907-0BE3-7710FA1BB0E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52580785"/>
              </p:ext>
            </p:extLst>
          </p:nvPr>
        </p:nvGraphicFramePr>
        <p:xfrm>
          <a:off x="107504" y="843558"/>
          <a:ext cx="4392488" cy="3888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Espace réservé du contenu 14">
            <a:extLst>
              <a:ext uri="{FF2B5EF4-FFF2-40B4-BE49-F238E27FC236}">
                <a16:creationId xmlns:a16="http://schemas.microsoft.com/office/drawing/2014/main" id="{59DF5802-8176-0529-5793-59158DFF9CD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7"/>
          <a:stretch>
            <a:fillRect/>
          </a:stretch>
        </p:blipFill>
        <p:spPr>
          <a:xfrm>
            <a:off x="4652483" y="2762628"/>
            <a:ext cx="4384013" cy="196936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graphicFrame>
        <p:nvGraphicFramePr>
          <p:cNvPr id="19" name="Espace réservé du contenu 12">
            <a:extLst>
              <a:ext uri="{FF2B5EF4-FFF2-40B4-BE49-F238E27FC236}">
                <a16:creationId xmlns:a16="http://schemas.microsoft.com/office/drawing/2014/main" id="{D7E26440-BD6E-62EE-D53D-60412F01B1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1178264"/>
              </p:ext>
            </p:extLst>
          </p:nvPr>
        </p:nvGraphicFramePr>
        <p:xfrm>
          <a:off x="4652483" y="915565"/>
          <a:ext cx="4361401" cy="1784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F218167-C47A-EA18-D1A6-7CC2C4DE16DF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</p:spTree>
    <p:extLst>
      <p:ext uri="{BB962C8B-B14F-4D97-AF65-F5344CB8AC3E}">
        <p14:creationId xmlns:p14="http://schemas.microsoft.com/office/powerpoint/2010/main" val="148293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CC76-712B-BDC0-62EB-F55E58D6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59448E-C17F-B221-EEDC-807FDB79C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E696A975-D5AA-4CDE-9E26-608EDA313AC7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E89F52-F585-61AD-CB1B-69E5A052A3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CED350-1971-594E-0D33-DF08ECB07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51B2EE6E-8EB5-473F-35B4-B3884D4AAD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Analyse exploratoire : points clés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9EDCACB6-02EF-34C9-F93E-3386C2A255BC}"/>
              </a:ext>
            </a:extLst>
          </p:cNvPr>
          <p:cNvPicPr>
            <a:picLocks noGrp="1" noChangeAspect="1"/>
          </p:cNvPicPr>
          <p:nvPr>
            <p:ph sz="quarter" idx="25"/>
          </p:nvPr>
        </p:nvPicPr>
        <p:blipFill>
          <a:blip r:embed="rId2"/>
          <a:stretch>
            <a:fillRect/>
          </a:stretch>
        </p:blipFill>
        <p:spPr>
          <a:xfrm>
            <a:off x="4545561" y="555526"/>
            <a:ext cx="4403544" cy="2541988"/>
          </a:xfrm>
          <a:prstGeom prst="rect">
            <a:avLst/>
          </a:prstGeom>
        </p:spPr>
      </p:pic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2B93B9AA-DD74-7EF3-48DE-94BDDBAA7D6D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3"/>
          <a:stretch>
            <a:fillRect/>
          </a:stretch>
        </p:blipFill>
        <p:spPr>
          <a:xfrm>
            <a:off x="4545562" y="3270163"/>
            <a:ext cx="4403544" cy="741747"/>
          </a:xfrm>
          <a:prstGeom prst="rect">
            <a:avLst/>
          </a:prstGeom>
        </p:spPr>
      </p:pic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44D9A64A-C803-D5BA-BC8C-325C723D45A4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4"/>
          <a:stretch>
            <a:fillRect/>
          </a:stretch>
        </p:blipFill>
        <p:spPr>
          <a:xfrm>
            <a:off x="179511" y="2285674"/>
            <a:ext cx="4219493" cy="2840351"/>
          </a:xfrm>
          <a:prstGeom prst="rect">
            <a:avLst/>
          </a:prstGeom>
          <a:solidFill>
            <a:srgbClr val="9176B4">
              <a:lumMod val="20000"/>
              <a:lumOff val="80000"/>
            </a:srgbClr>
          </a:solidFill>
        </p:spPr>
      </p:pic>
      <p:graphicFrame>
        <p:nvGraphicFramePr>
          <p:cNvPr id="18" name="Espace réservé du contenu 17">
            <a:extLst>
              <a:ext uri="{FF2B5EF4-FFF2-40B4-BE49-F238E27FC236}">
                <a16:creationId xmlns:a16="http://schemas.microsoft.com/office/drawing/2014/main" id="{64C5A5A3-006A-75E4-997F-5C1D3A520B2B}"/>
              </a:ext>
            </a:extLst>
          </p:cNvPr>
          <p:cNvGraphicFramePr>
            <a:graphicFrameLocks noGrp="1"/>
          </p:cNvGraphicFramePr>
          <p:nvPr>
            <p:ph sz="quarter" idx="30"/>
            <p:extLst>
              <p:ext uri="{D42A27DB-BD31-4B8C-83A1-F6EECF244321}">
                <p14:modId xmlns:p14="http://schemas.microsoft.com/office/powerpoint/2010/main" val="3600740336"/>
              </p:ext>
            </p:extLst>
          </p:nvPr>
        </p:nvGraphicFramePr>
        <p:xfrm>
          <a:off x="179512" y="483518"/>
          <a:ext cx="4178424" cy="1802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0" name="Espace réservé du contenu 17">
            <a:extLst>
              <a:ext uri="{FF2B5EF4-FFF2-40B4-BE49-F238E27FC236}">
                <a16:creationId xmlns:a16="http://schemas.microsoft.com/office/drawing/2014/main" id="{4022121F-6FDD-366B-6CE5-D4DD135765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411636"/>
              </p:ext>
            </p:extLst>
          </p:nvPr>
        </p:nvGraphicFramePr>
        <p:xfrm>
          <a:off x="4560945" y="4155926"/>
          <a:ext cx="4403544" cy="72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CB8F9FD-B0D7-0F7E-F799-8A1B7B944899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</p:spTree>
    <p:extLst>
      <p:ext uri="{BB962C8B-B14F-4D97-AF65-F5344CB8AC3E}">
        <p14:creationId xmlns:p14="http://schemas.microsoft.com/office/powerpoint/2010/main" val="188109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C094-AC08-9568-3990-E880B164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B8FDF3-CBE1-2C23-4B86-1A53107B65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E696A975-D5AA-4CDE-9E26-608EDA313AC7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92910B-1562-93B3-18C5-283B0ED44D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AC3060B-3986-43E2-F2DC-39DCDF95E3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Préparation des données</a:t>
            </a:r>
          </a:p>
        </p:txBody>
      </p:sp>
      <p:graphicFrame>
        <p:nvGraphicFramePr>
          <p:cNvPr id="18" name="Espace réservé du contenu 17">
            <a:extLst>
              <a:ext uri="{FF2B5EF4-FFF2-40B4-BE49-F238E27FC236}">
                <a16:creationId xmlns:a16="http://schemas.microsoft.com/office/drawing/2014/main" id="{2A9371A2-682B-00CF-D7B8-3D9B10C6F57D}"/>
              </a:ext>
            </a:extLst>
          </p:cNvPr>
          <p:cNvGraphicFramePr>
            <a:graphicFrameLocks noGrp="1"/>
          </p:cNvGraphicFramePr>
          <p:nvPr>
            <p:ph sz="quarter" idx="30"/>
            <p:extLst>
              <p:ext uri="{D42A27DB-BD31-4B8C-83A1-F6EECF244321}">
                <p14:modId xmlns:p14="http://schemas.microsoft.com/office/powerpoint/2010/main" val="2099321168"/>
              </p:ext>
            </p:extLst>
          </p:nvPr>
        </p:nvGraphicFramePr>
        <p:xfrm>
          <a:off x="280226" y="2604406"/>
          <a:ext cx="1771494" cy="1642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1" name="Espace réservé du contenu 20">
            <a:extLst>
              <a:ext uri="{FF2B5EF4-FFF2-40B4-BE49-F238E27FC236}">
                <a16:creationId xmlns:a16="http://schemas.microsoft.com/office/drawing/2014/main" id="{FB6707C4-C3A4-F02D-7139-7A215D101578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390881848"/>
              </p:ext>
            </p:extLst>
          </p:nvPr>
        </p:nvGraphicFramePr>
        <p:xfrm>
          <a:off x="2262982" y="2576151"/>
          <a:ext cx="6596028" cy="1670579"/>
        </p:xfrm>
        <a:graphic>
          <a:graphicData uri="http://schemas.openxmlformats.org/drawingml/2006/table">
            <a:tbl>
              <a:tblPr firstRow="1" firstCol="1" bandRow="1"/>
              <a:tblGrid>
                <a:gridCol w="2198676">
                  <a:extLst>
                    <a:ext uri="{9D8B030D-6E8A-4147-A177-3AD203B41FA5}">
                      <a16:colId xmlns:a16="http://schemas.microsoft.com/office/drawing/2014/main" val="2679176331"/>
                    </a:ext>
                  </a:extLst>
                </a:gridCol>
                <a:gridCol w="2198676">
                  <a:extLst>
                    <a:ext uri="{9D8B030D-6E8A-4147-A177-3AD203B41FA5}">
                      <a16:colId xmlns:a16="http://schemas.microsoft.com/office/drawing/2014/main" val="1712333038"/>
                    </a:ext>
                  </a:extLst>
                </a:gridCol>
                <a:gridCol w="2198676">
                  <a:extLst>
                    <a:ext uri="{9D8B030D-6E8A-4147-A177-3AD203B41FA5}">
                      <a16:colId xmlns:a16="http://schemas.microsoft.com/office/drawing/2014/main" val="1482723564"/>
                    </a:ext>
                  </a:extLst>
                </a:gridCol>
              </a:tblGrid>
              <a:tr h="1941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b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fr-FR" sz="900" b="1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b="1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Formule</a:t>
                      </a:r>
                      <a:endParaRPr lang="fr-FR" sz="900" b="1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b="1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Interprétation</a:t>
                      </a:r>
                      <a:endParaRPr lang="fr-FR" sz="900" b="1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736380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‘claim_ratio’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réclamé / Prime annuelle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Ratio élevé = réclamation suspecte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65771"/>
                  </a:ext>
                </a:extLst>
              </a:tr>
              <a:tr h="207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‘injury_share’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Montant corporel / Total réclamé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Part corporelle surestimée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218506"/>
                  </a:ext>
                </a:extLst>
              </a:tr>
              <a:tr h="207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‘vehicle_share’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Montant véhicule / Total réclamé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Part véhicule dans le sinistre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381147"/>
                  </a:ext>
                </a:extLst>
              </a:tr>
              <a:tr h="1400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‘is_high_deductable’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si franchise &gt; 1 000 $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Indicateur de risque aggravé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2476"/>
                  </a:ext>
                </a:extLst>
              </a:tr>
              <a:tr h="291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fr-FR" sz="900" i="1" dirty="0" err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policy_age_years</a:t>
                      </a:r>
                      <a:r>
                        <a:rPr lang="fr-FR" sz="900" i="1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 de l’ancienneté de la police en année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L’ancienneté de la police en année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34856"/>
                  </a:ext>
                </a:extLst>
              </a:tr>
              <a:tr h="1898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fr-FR" sz="900" i="1" dirty="0" err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incident_month</a:t>
                      </a:r>
                      <a:r>
                        <a:rPr lang="fr-FR" sz="900" i="1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 du mois de l’incident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 mois de l’incident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686559"/>
                  </a:ext>
                </a:extLst>
              </a:tr>
              <a:tr h="2072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i="1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'incident_dayofweek'</a:t>
                      </a:r>
                      <a:endParaRPr lang="fr-FR" sz="9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 du jour de la semaine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00206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 jour de la semaine de l’incident</a:t>
                      </a:r>
                      <a:endParaRPr lang="fr-FR" sz="9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5276" marR="552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552306"/>
                  </a:ext>
                </a:extLst>
              </a:tr>
            </a:tbl>
          </a:graphicData>
        </a:graphic>
      </p:graphicFrame>
      <p:graphicFrame>
        <p:nvGraphicFramePr>
          <p:cNvPr id="15" name="Espace réservé du contenu 14">
            <a:extLst>
              <a:ext uri="{FF2B5EF4-FFF2-40B4-BE49-F238E27FC236}">
                <a16:creationId xmlns:a16="http://schemas.microsoft.com/office/drawing/2014/main" id="{B8916725-9E62-E1A8-A906-248CEC1D33EB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2579726477"/>
              </p:ext>
            </p:extLst>
          </p:nvPr>
        </p:nvGraphicFramePr>
        <p:xfrm>
          <a:off x="2262984" y="577056"/>
          <a:ext cx="6596028" cy="1844222"/>
        </p:xfrm>
        <a:graphic>
          <a:graphicData uri="http://schemas.openxmlformats.org/drawingml/2006/table">
            <a:tbl>
              <a:tblPr firstRow="1" firstCol="1" bandRow="1"/>
              <a:tblGrid>
                <a:gridCol w="3298014">
                  <a:extLst>
                    <a:ext uri="{9D8B030D-6E8A-4147-A177-3AD203B41FA5}">
                      <a16:colId xmlns:a16="http://schemas.microsoft.com/office/drawing/2014/main" val="2200603983"/>
                    </a:ext>
                  </a:extLst>
                </a:gridCol>
                <a:gridCol w="3298014">
                  <a:extLst>
                    <a:ext uri="{9D8B030D-6E8A-4147-A177-3AD203B41FA5}">
                      <a16:colId xmlns:a16="http://schemas.microsoft.com/office/drawing/2014/main" val="2326289218"/>
                    </a:ext>
                  </a:extLst>
                </a:gridCol>
              </a:tblGrid>
              <a:tr h="174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fr-FR" sz="900" b="1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fr-FR" sz="9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fr-FR" sz="900" b="1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  <a:endParaRPr lang="fr-FR" sz="9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347790"/>
                  </a:ext>
                </a:extLst>
              </a:tr>
              <a:tr h="220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Suppression ‘</a:t>
                      </a: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_c39’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100 % de NaN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483626"/>
                  </a:ext>
                </a:extLst>
              </a:tr>
              <a:tr h="198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Suppression des identifiants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Cardinalité maximale → sur-apprentissage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985659"/>
                  </a:ext>
                </a:extLst>
              </a:tr>
              <a:tr h="1139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Transformation des dates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Extraire les features temporelles utiles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3512"/>
                  </a:ext>
                </a:extLst>
              </a:tr>
              <a:tr h="1139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Remplacement </a:t>
                      </a: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?</a:t>
                      </a: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→ NaN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Uniformiser les valeurs manquantes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45797"/>
                  </a:ext>
                </a:extLst>
              </a:tr>
              <a:tr h="1139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Imputation ‘</a:t>
                      </a: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authorities_contacted’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 = aucune autorité (logique métier)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941365"/>
                  </a:ext>
                </a:extLst>
              </a:tr>
              <a:tr h="23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Imputation ‘</a:t>
                      </a:r>
                      <a:r>
                        <a:rPr lang="fr-FR" sz="900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collision_type’, ‘property_damage’</a:t>
                      </a:r>
                      <a:r>
                        <a:rPr lang="fr-FR" sz="900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et ‘</a:t>
                      </a:r>
                      <a:r>
                        <a:rPr lang="fr-FR" sz="900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police_report_available’</a:t>
                      </a:r>
                      <a:endParaRPr lang="fr-FR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</a:rPr>
                        <a:t>Mode conditionnel à la cible</a:t>
                      </a:r>
                      <a:endParaRPr lang="fr-FR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286905"/>
                  </a:ext>
                </a:extLst>
              </a:tr>
              <a:tr h="1139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Correction ‘</a:t>
                      </a: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umbrella_limit’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Valeur négative incohérente (-1 000 000) → valeur absolue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728325"/>
                  </a:ext>
                </a:extLst>
              </a:tr>
              <a:tr h="2037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Encodage &amp; Feature Engineering</a:t>
                      </a:r>
                      <a:endParaRPr lang="fr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900" dirty="0">
                          <a:solidFill>
                            <a:srgbClr val="1F497D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Préparer pour le ML</a:t>
                      </a:r>
                      <a:endParaRPr lang="fr-FR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3492" marR="53492" marT="0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118747"/>
                  </a:ext>
                </a:extLst>
              </a:tr>
            </a:tbl>
          </a:graphicData>
        </a:graphic>
      </p:graphicFrame>
      <p:graphicFrame>
        <p:nvGraphicFramePr>
          <p:cNvPr id="19" name="Espace réservé du contenu 17">
            <a:extLst>
              <a:ext uri="{FF2B5EF4-FFF2-40B4-BE49-F238E27FC236}">
                <a16:creationId xmlns:a16="http://schemas.microsoft.com/office/drawing/2014/main" id="{CBFB885F-EF15-A578-A3D3-7428948D34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7177538"/>
              </p:ext>
            </p:extLst>
          </p:nvPr>
        </p:nvGraphicFramePr>
        <p:xfrm>
          <a:off x="303559" y="631118"/>
          <a:ext cx="1705182" cy="1790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2" name="Image 21">
            <a:extLst>
              <a:ext uri="{FF2B5EF4-FFF2-40B4-BE49-F238E27FC236}">
                <a16:creationId xmlns:a16="http://schemas.microsoft.com/office/drawing/2014/main" id="{78729E44-9A2C-906F-0DD9-020A789CC7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7744" y="4371950"/>
            <a:ext cx="3312368" cy="609939"/>
          </a:xfrm>
          <a:prstGeom prst="rect">
            <a:avLst/>
          </a:prstGeom>
          <a:noFill/>
          <a:ln w="25400">
            <a:solidFill>
              <a:srgbClr val="1F497D">
                <a:lumMod val="40000"/>
                <a:lumOff val="60000"/>
                <a:alpha val="50000"/>
              </a:srgbClr>
            </a:solidFill>
          </a:ln>
        </p:spPr>
      </p:pic>
      <p:graphicFrame>
        <p:nvGraphicFramePr>
          <p:cNvPr id="23" name="Espace réservé du contenu 17">
            <a:extLst>
              <a:ext uri="{FF2B5EF4-FFF2-40B4-BE49-F238E27FC236}">
                <a16:creationId xmlns:a16="http://schemas.microsoft.com/office/drawing/2014/main" id="{F5691C62-D317-2ABB-9BF1-76DA25B904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7441292"/>
              </p:ext>
            </p:extLst>
          </p:nvPr>
        </p:nvGraphicFramePr>
        <p:xfrm>
          <a:off x="303558" y="4299942"/>
          <a:ext cx="1748161" cy="681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04B5BD-6C38-1CC6-4E0E-C346115BAF39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</p:spTree>
    <p:extLst>
      <p:ext uri="{BB962C8B-B14F-4D97-AF65-F5344CB8AC3E}">
        <p14:creationId xmlns:p14="http://schemas.microsoft.com/office/powerpoint/2010/main" val="8729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A776F-01EE-8F25-4955-139FC6F5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563790-23AF-7A12-13E4-87B81F771254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9E49BA-112D-2D32-E156-200D65D889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E389064-3883-4247-9A72-4CE6D99CB5E0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0CC6E5-B997-50C0-8CE2-CAB85C710A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0055729-923C-16B0-2EFD-D2C6FF01EB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Baseline et protocole d’évaluation</a:t>
            </a:r>
          </a:p>
        </p:txBody>
      </p:sp>
      <p:graphicFrame>
        <p:nvGraphicFramePr>
          <p:cNvPr id="15" name="Espace réservé du contenu 14">
            <a:extLst>
              <a:ext uri="{FF2B5EF4-FFF2-40B4-BE49-F238E27FC236}">
                <a16:creationId xmlns:a16="http://schemas.microsoft.com/office/drawing/2014/main" id="{98D0DF69-98AD-B2B1-C988-C16362BAD036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2513774586"/>
              </p:ext>
            </p:extLst>
          </p:nvPr>
        </p:nvGraphicFramePr>
        <p:xfrm>
          <a:off x="179512" y="555527"/>
          <a:ext cx="3487212" cy="2232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8AC68BB5-9AE3-4E5A-BC0C-1F31DB7F0C3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059582"/>
            <a:ext cx="5184577" cy="3442996"/>
          </a:xfrm>
          <a:prstGeom prst="rect">
            <a:avLst/>
          </a:prstGeom>
          <a:noFill/>
          <a:ln w="25400">
            <a:solidFill>
              <a:schemeClr val="tx2">
                <a:lumMod val="40000"/>
                <a:lumOff val="60000"/>
                <a:alpha val="50000"/>
              </a:schemeClr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8EB8ED1-B439-769E-F9F6-53462A7165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56" t="-6392" r="1665" b="17503"/>
          <a:stretch>
            <a:fillRect/>
          </a:stretch>
        </p:blipFill>
        <p:spPr>
          <a:xfrm>
            <a:off x="3745912" y="485254"/>
            <a:ext cx="5252575" cy="5606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A7C2F8A-559E-E3F8-C0C3-3385F8E9BF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910" y="4529940"/>
            <a:ext cx="5184577" cy="542052"/>
          </a:xfrm>
          <a:prstGeom prst="rect">
            <a:avLst/>
          </a:prstGeom>
          <a:noFill/>
          <a:ln w="25400">
            <a:solidFill>
              <a:schemeClr val="tx2">
                <a:lumMod val="40000"/>
                <a:lumOff val="60000"/>
                <a:alpha val="50000"/>
              </a:schemeClr>
            </a:solidFill>
          </a:ln>
        </p:spPr>
      </p:pic>
      <p:graphicFrame>
        <p:nvGraphicFramePr>
          <p:cNvPr id="19" name="Espace réservé du contenu 14">
            <a:extLst>
              <a:ext uri="{FF2B5EF4-FFF2-40B4-BE49-F238E27FC236}">
                <a16:creationId xmlns:a16="http://schemas.microsoft.com/office/drawing/2014/main" id="{1369C2BC-6536-7F03-4149-FBB76CE10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5163358"/>
              </p:ext>
            </p:extLst>
          </p:nvPr>
        </p:nvGraphicFramePr>
        <p:xfrm>
          <a:off x="169267" y="2859782"/>
          <a:ext cx="3497457" cy="2212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2292497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FFF4-1609-A002-9C1B-C20E7D400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04F0F9-A4E3-1313-41F6-9A2D19F0004F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6D49C08-B192-D8F4-2F15-35F89E1A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E389064-3883-4247-9A72-4CE6D99CB5E0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A2415E-A4A8-F977-684D-BC9C3E2F41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020E051-BCBA-DA75-31A5-84E997D19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Modélisation avancée</a:t>
            </a:r>
          </a:p>
        </p:txBody>
      </p:sp>
      <p:graphicFrame>
        <p:nvGraphicFramePr>
          <p:cNvPr id="15" name="Espace réservé du contenu 14">
            <a:extLst>
              <a:ext uri="{FF2B5EF4-FFF2-40B4-BE49-F238E27FC236}">
                <a16:creationId xmlns:a16="http://schemas.microsoft.com/office/drawing/2014/main" id="{368D2373-F698-A117-53CC-091E38F78DBC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1059990478"/>
              </p:ext>
            </p:extLst>
          </p:nvPr>
        </p:nvGraphicFramePr>
        <p:xfrm>
          <a:off x="179512" y="699542"/>
          <a:ext cx="3744416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94BE60EC-2F4C-5495-92D9-31C852A59DE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/>
          <a:stretch>
            <a:fillRect/>
          </a:stretch>
        </p:blipFill>
        <p:spPr>
          <a:xfrm>
            <a:off x="4211960" y="555526"/>
            <a:ext cx="4608512" cy="156935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1DD0B1F-355A-D765-4E21-5C48C12533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960" y="3414204"/>
            <a:ext cx="4608512" cy="16778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5D0FA6C-65A9-2EFF-EF3C-AA9120F462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1960" y="2235474"/>
            <a:ext cx="4608512" cy="11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3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87CF4-C144-626E-FF99-9DDC49E5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957E8A-793F-0308-AFD6-070728BD93FE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490420-C3CC-F31B-C817-8DD01F01C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E389064-3883-4247-9A72-4CE6D99CB5E0}" type="datetime1">
              <a:rPr lang="fr-FR" smtClean="0"/>
              <a:t>01/07/2026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CAC249-BF2E-6DC0-AC55-4AE8DD54B3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SOCFIM</a:t>
            </a:r>
            <a:r>
              <a:rPr kumimoji="0" lang="fr-FR" sz="600" b="0" i="0" u="none" strike="noStrike" kern="1200" cap="none" spc="10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- Titre de la présentation</a:t>
            </a:r>
            <a:endParaRPr kumimoji="0" lang="fr-FR" sz="600" b="0" i="0" u="none" strike="noStrike" kern="1200" cap="none" spc="10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EBCC31-DB1D-A695-DF77-A0D0C0AB8F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D1246DA4-DE70-A373-8F31-72CE71792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dirty="0">
                <a:solidFill>
                  <a:srgbClr val="002060"/>
                </a:solidFill>
              </a:rPr>
              <a:t>Optimisation et Choix du modèle final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EE659698-79FC-8FA5-5F8F-BCC47EACA42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l="12247" t="1" r="12442" b="16752"/>
          <a:stretch>
            <a:fillRect/>
          </a:stretch>
        </p:blipFill>
        <p:spPr>
          <a:xfrm>
            <a:off x="3635896" y="1605340"/>
            <a:ext cx="3641666" cy="6480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BCB6CCD-152A-B2CF-76CB-7E5CADFDF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93" t="-4749" r="28736" b="16795"/>
          <a:stretch>
            <a:fillRect/>
          </a:stretch>
        </p:blipFill>
        <p:spPr>
          <a:xfrm>
            <a:off x="6948264" y="699542"/>
            <a:ext cx="2160240" cy="667132"/>
          </a:xfrm>
          <a:prstGeom prst="rect">
            <a:avLst/>
          </a:prstGeom>
        </p:spPr>
      </p:pic>
      <p:graphicFrame>
        <p:nvGraphicFramePr>
          <p:cNvPr id="16" name="Espace réservé du contenu 14">
            <a:extLst>
              <a:ext uri="{FF2B5EF4-FFF2-40B4-BE49-F238E27FC236}">
                <a16:creationId xmlns:a16="http://schemas.microsoft.com/office/drawing/2014/main" id="{5D48D41A-6766-A05B-AF40-76087FA74E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868074"/>
              </p:ext>
            </p:extLst>
          </p:nvPr>
        </p:nvGraphicFramePr>
        <p:xfrm>
          <a:off x="88427" y="3890768"/>
          <a:ext cx="8948974" cy="1252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5" name="Espace réservé du contenu 14">
            <a:extLst>
              <a:ext uri="{FF2B5EF4-FFF2-40B4-BE49-F238E27FC236}">
                <a16:creationId xmlns:a16="http://schemas.microsoft.com/office/drawing/2014/main" id="{A2C8EECF-B4DA-729E-35DA-17A9BF6A887F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2154040784"/>
              </p:ext>
            </p:extLst>
          </p:nvPr>
        </p:nvGraphicFramePr>
        <p:xfrm>
          <a:off x="106202" y="434778"/>
          <a:ext cx="6770054" cy="1272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6" name="Groupe 5">
            <a:extLst>
              <a:ext uri="{FF2B5EF4-FFF2-40B4-BE49-F238E27FC236}">
                <a16:creationId xmlns:a16="http://schemas.microsoft.com/office/drawing/2014/main" id="{532F88A0-C585-AC8A-B2C1-5BD38DAC87AC}"/>
              </a:ext>
            </a:extLst>
          </p:cNvPr>
          <p:cNvGrpSpPr/>
          <p:nvPr/>
        </p:nvGrpSpPr>
        <p:grpSpPr>
          <a:xfrm>
            <a:off x="2339752" y="1588586"/>
            <a:ext cx="1283665" cy="681579"/>
            <a:chOff x="0" y="0"/>
            <a:chExt cx="1746455" cy="681579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E68FC5FD-76DF-FE02-0D10-12B74C7171C2}"/>
                </a:ext>
              </a:extLst>
            </p:cNvPr>
            <p:cNvSpPr/>
            <p:nvPr/>
          </p:nvSpPr>
          <p:spPr>
            <a:xfrm>
              <a:off x="0" y="0"/>
              <a:ext cx="1746455" cy="68157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 b="1">
                <a:solidFill>
                  <a:srgbClr val="002060"/>
                </a:solidFill>
              </a:endParaRPr>
            </a:p>
          </p:txBody>
        </p:sp>
        <p:sp>
          <p:nvSpPr>
            <p:cNvPr id="8" name="Rectangle : coins arrondis 4">
              <a:extLst>
                <a:ext uri="{FF2B5EF4-FFF2-40B4-BE49-F238E27FC236}">
                  <a16:creationId xmlns:a16="http://schemas.microsoft.com/office/drawing/2014/main" id="{2CC79BBD-62D0-9B9C-26F9-D3471A41C3C5}"/>
                </a:ext>
              </a:extLst>
            </p:cNvPr>
            <p:cNvSpPr txBox="1"/>
            <p:nvPr/>
          </p:nvSpPr>
          <p:spPr>
            <a:xfrm>
              <a:off x="33272" y="33272"/>
              <a:ext cx="1679911" cy="6150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17145" rIns="34290" bIns="17145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Evaluation</a:t>
              </a:r>
              <a:r>
                <a:rPr lang="fr-FR" sz="900" b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 </a:t>
              </a:r>
              <a:r>
                <a:rPr lang="fr-FR" sz="900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sur</a:t>
              </a:r>
              <a:r>
                <a:rPr lang="fr-FR" sz="900" b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 </a:t>
              </a:r>
              <a:r>
                <a:rPr lang="fr-FR" sz="900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test</a:t>
              </a:r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D69CF455-95FB-353F-EDB2-6F0EEEBF40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6615" y="2283718"/>
            <a:ext cx="4528958" cy="1607050"/>
          </a:xfrm>
          <a:prstGeom prst="rect">
            <a:avLst/>
          </a:prstGeom>
        </p:spPr>
      </p:pic>
      <p:graphicFrame>
        <p:nvGraphicFramePr>
          <p:cNvPr id="12" name="Espace réservé du contenu 14">
            <a:extLst>
              <a:ext uri="{FF2B5EF4-FFF2-40B4-BE49-F238E27FC236}">
                <a16:creationId xmlns:a16="http://schemas.microsoft.com/office/drawing/2014/main" id="{54298065-1D5E-63AE-C60F-4697C5BF17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749636"/>
              </p:ext>
            </p:extLst>
          </p:nvPr>
        </p:nvGraphicFramePr>
        <p:xfrm>
          <a:off x="102335" y="2624698"/>
          <a:ext cx="4424279" cy="997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  <p:extLst>
      <p:ext uri="{BB962C8B-B14F-4D97-AF65-F5344CB8AC3E}">
        <p14:creationId xmlns:p14="http://schemas.microsoft.com/office/powerpoint/2010/main" val="1982103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6DB44-51DF-60CA-84A1-CBD6835F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7B1222-2AF0-5808-7E45-C492B66FAD76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1F6A2F5-1272-A13C-B33A-D0E061313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3942467" y="4924392"/>
            <a:ext cx="629533" cy="1476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389064-3883-4247-9A72-4CE6D99CB5E0}" type="datetime1">
              <a:rPr lang="fr-FR" smtClean="0"/>
              <a:pPr>
                <a:spcAft>
                  <a:spcPts val="600"/>
                </a:spcAft>
              </a:pPr>
              <a:t>01/07/2026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ACCA88-0023-CFFC-3785-A1F6735D98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179512" y="4931042"/>
            <a:ext cx="3240000" cy="147600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1" i="0" u="none" strike="noStrike" kern="1200" cap="none" spc="100" normalizeH="0" baseline="0" noProof="0">
                <a:ln>
                  <a:noFill/>
                </a:ln>
                <a:effectLst/>
                <a:uLnTx/>
                <a:uFillTx/>
              </a:rPr>
              <a:t>SOCFIM</a:t>
            </a:r>
            <a:r>
              <a:rPr kumimoji="0" lang="fr-FR" sz="600" b="0" i="0" u="none" strike="noStrike" kern="1200" cap="none" spc="100" normalizeH="0" baseline="0" noProof="0">
                <a:ln>
                  <a:noFill/>
                </a:ln>
                <a:effectLst/>
                <a:uLnTx/>
                <a:uFillTx/>
              </a:rPr>
              <a:t> - 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9422BF-0E6F-58EA-9AC1-E3A25D4BBC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lang="fr-FR" sz="600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B85155E-F5EA-98EC-0F1B-3ADCD59D75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19572" y="194400"/>
            <a:ext cx="7704856" cy="337362"/>
          </a:xfrm>
        </p:spPr>
        <p:txBody>
          <a:bodyPr>
            <a:normAutofit/>
          </a:bodyPr>
          <a:lstStyle/>
          <a:p>
            <a:r>
              <a:rPr lang="fr-FR" sz="1700" dirty="0">
                <a:solidFill>
                  <a:srgbClr val="002060"/>
                </a:solidFill>
              </a:rPr>
              <a:t>Interprétation finale</a:t>
            </a:r>
          </a:p>
        </p:txBody>
      </p:sp>
      <p:pic>
        <p:nvPicPr>
          <p:cNvPr id="41" name="Espace réservé du contenu 40">
            <a:extLst>
              <a:ext uri="{FF2B5EF4-FFF2-40B4-BE49-F238E27FC236}">
                <a16:creationId xmlns:a16="http://schemas.microsoft.com/office/drawing/2014/main" id="{6DFA801E-ED4C-7C85-28E6-11B9159DA23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20889" y="1851671"/>
            <a:ext cx="4567135" cy="3226972"/>
          </a:xfrm>
          <a:prstGeom prst="rect">
            <a:avLst/>
          </a:prstGeom>
        </p:spPr>
      </p:pic>
      <p:pic>
        <p:nvPicPr>
          <p:cNvPr id="36" name="Espace réservé du contenu 35">
            <a:extLst>
              <a:ext uri="{FF2B5EF4-FFF2-40B4-BE49-F238E27FC236}">
                <a16:creationId xmlns:a16="http://schemas.microsoft.com/office/drawing/2014/main" id="{6FA2603F-6741-DCAB-3B44-1C18CE525C5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4940704" y="513660"/>
            <a:ext cx="3996444" cy="1711371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E540FEC6-4716-C889-B8BF-7BF1AABE0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666" y="2259944"/>
            <a:ext cx="3996444" cy="2832086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BD8D2735-86EC-B0E4-5C8D-1DA1FD1CB240}"/>
              </a:ext>
            </a:extLst>
          </p:cNvPr>
          <p:cNvGrpSpPr/>
          <p:nvPr/>
        </p:nvGrpSpPr>
        <p:grpSpPr>
          <a:xfrm>
            <a:off x="212145" y="555526"/>
            <a:ext cx="1267971" cy="405398"/>
            <a:chOff x="2655" y="852820"/>
            <a:chExt cx="1267971" cy="40539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98F589-DAE5-55E2-A415-FAC01CB46F61}"/>
                </a:ext>
              </a:extLst>
            </p:cNvPr>
            <p:cNvSpPr/>
            <p:nvPr/>
          </p:nvSpPr>
          <p:spPr>
            <a:xfrm>
              <a:off x="2655" y="852820"/>
              <a:ext cx="1267971" cy="40539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2E7841E-743C-4CE1-0316-85FFBCEB10E4}"/>
                </a:ext>
              </a:extLst>
            </p:cNvPr>
            <p:cNvSpPr txBox="1"/>
            <p:nvPr/>
          </p:nvSpPr>
          <p:spPr>
            <a:xfrm>
              <a:off x="2655" y="852820"/>
              <a:ext cx="1267971" cy="4053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896" tIns="32512" rIns="56896" bIns="32512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kern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Permutation importance des variables globales</a:t>
              </a:r>
              <a:endParaRPr lang="fr-FR" sz="8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7BE5565-BCA4-F5AD-EF32-DBD2F7BB8544}"/>
              </a:ext>
            </a:extLst>
          </p:cNvPr>
          <p:cNvGrpSpPr/>
          <p:nvPr/>
        </p:nvGrpSpPr>
        <p:grpSpPr>
          <a:xfrm>
            <a:off x="212145" y="972420"/>
            <a:ext cx="1267971" cy="660397"/>
            <a:chOff x="2655" y="1269714"/>
            <a:chExt cx="1267971" cy="6603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4A3CF3-254C-0B28-2D10-739BD90762B9}"/>
                </a:ext>
              </a:extLst>
            </p:cNvPr>
            <p:cNvSpPr/>
            <p:nvPr/>
          </p:nvSpPr>
          <p:spPr>
            <a:xfrm>
              <a:off x="2655" y="1269714"/>
              <a:ext cx="1267971" cy="66039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FF71E28-7713-23EF-12FF-949E355D29CD}"/>
                </a:ext>
              </a:extLst>
            </p:cNvPr>
            <p:cNvSpPr txBox="1"/>
            <p:nvPr/>
          </p:nvSpPr>
          <p:spPr>
            <a:xfrm>
              <a:off x="2655" y="1269714"/>
              <a:ext cx="1267971" cy="6603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2672" tIns="42672" rIns="56896" bIns="64008" numCol="1" spcCol="1270" anchor="ctr" anchorCtr="0">
              <a:noAutofit/>
            </a:bodyPr>
            <a:lstStyle/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incident_severity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insured_hobbies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property_damage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collision_type</a:t>
              </a:r>
              <a:endParaRPr lang="fr-FR" sz="800" kern="1200"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16F810C-96FE-18E6-5201-1F085A7CFB22}"/>
              </a:ext>
            </a:extLst>
          </p:cNvPr>
          <p:cNvGrpSpPr/>
          <p:nvPr/>
        </p:nvGrpSpPr>
        <p:grpSpPr>
          <a:xfrm>
            <a:off x="1526879" y="558293"/>
            <a:ext cx="1267971" cy="405398"/>
            <a:chOff x="1448142" y="853045"/>
            <a:chExt cx="1267971" cy="40539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E145E7-AB64-6368-6725-44898D339090}"/>
                </a:ext>
              </a:extLst>
            </p:cNvPr>
            <p:cNvSpPr/>
            <p:nvPr/>
          </p:nvSpPr>
          <p:spPr>
            <a:xfrm>
              <a:off x="1448142" y="853045"/>
              <a:ext cx="1267971" cy="40539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BC05008-9085-B2F4-381B-3192C10F4E84}"/>
                </a:ext>
              </a:extLst>
            </p:cNvPr>
            <p:cNvSpPr txBox="1"/>
            <p:nvPr/>
          </p:nvSpPr>
          <p:spPr>
            <a:xfrm>
              <a:off x="1448142" y="853045"/>
              <a:ext cx="1267971" cy="4053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896" tIns="32512" rIns="56896" bIns="32512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kern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Explication par perturbation locale</a:t>
              </a:r>
              <a:endParaRPr lang="fr-FR" sz="8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7186F52-32F1-47C2-9A25-9D3B381E1315}"/>
              </a:ext>
            </a:extLst>
          </p:cNvPr>
          <p:cNvGrpSpPr/>
          <p:nvPr/>
        </p:nvGrpSpPr>
        <p:grpSpPr>
          <a:xfrm>
            <a:off x="1526879" y="953569"/>
            <a:ext cx="1267971" cy="659844"/>
            <a:chOff x="1448142" y="1248321"/>
            <a:chExt cx="1267971" cy="65984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6CC939-8699-14B6-4144-C9BE8F976E5C}"/>
                </a:ext>
              </a:extLst>
            </p:cNvPr>
            <p:cNvSpPr/>
            <p:nvPr/>
          </p:nvSpPr>
          <p:spPr>
            <a:xfrm>
              <a:off x="1448142" y="1248321"/>
              <a:ext cx="1267971" cy="6598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B9DC822A-D9EE-CE64-E8FF-C967800269AA}"/>
                </a:ext>
              </a:extLst>
            </p:cNvPr>
            <p:cNvSpPr txBox="1"/>
            <p:nvPr/>
          </p:nvSpPr>
          <p:spPr>
            <a:xfrm>
              <a:off x="1448142" y="1248321"/>
              <a:ext cx="1267971" cy="6598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2672" tIns="42672" rIns="56896" bIns="64008" numCol="1" spcCol="1270" anchor="ctr" anchorCtr="0">
              <a:noAutofit/>
            </a:bodyPr>
            <a:lstStyle/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incident_severity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property_damage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collision_type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insured_occupation</a:t>
              </a:r>
              <a:endParaRPr lang="fr-FR" sz="800" kern="1200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0720F4EB-E6D4-9597-A633-DD0365697F95}"/>
              </a:ext>
            </a:extLst>
          </p:cNvPr>
          <p:cNvGrpSpPr/>
          <p:nvPr/>
        </p:nvGrpSpPr>
        <p:grpSpPr>
          <a:xfrm>
            <a:off x="2848268" y="555526"/>
            <a:ext cx="1936377" cy="405398"/>
            <a:chOff x="2897009" y="850278"/>
            <a:chExt cx="1848956" cy="4053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E5A7D6D-560B-988E-6BF4-59FABD341305}"/>
                </a:ext>
              </a:extLst>
            </p:cNvPr>
            <p:cNvSpPr/>
            <p:nvPr/>
          </p:nvSpPr>
          <p:spPr>
            <a:xfrm>
              <a:off x="2897009" y="850278"/>
              <a:ext cx="1848956" cy="40539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1217BC6-ABEC-B855-59DB-194E113D55C3}"/>
                </a:ext>
              </a:extLst>
            </p:cNvPr>
            <p:cNvSpPr txBox="1"/>
            <p:nvPr/>
          </p:nvSpPr>
          <p:spPr>
            <a:xfrm>
              <a:off x="2897009" y="850278"/>
              <a:ext cx="1848956" cy="4053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896" tIns="32512" rIns="56896" bIns="32512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kern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Permutation importance des variables encodées</a:t>
              </a:r>
              <a:endParaRPr lang="fr-FR" sz="8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CAFFE7A-DAF4-7F06-8D9C-7A12D7725AC8}"/>
              </a:ext>
            </a:extLst>
          </p:cNvPr>
          <p:cNvGrpSpPr/>
          <p:nvPr/>
        </p:nvGrpSpPr>
        <p:grpSpPr>
          <a:xfrm>
            <a:off x="2851647" y="966193"/>
            <a:ext cx="1936377" cy="658800"/>
            <a:chOff x="2893630" y="1223302"/>
            <a:chExt cx="1855714" cy="6666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ECB57C-1CF3-366A-EF4C-CE9E2A066760}"/>
                </a:ext>
              </a:extLst>
            </p:cNvPr>
            <p:cNvSpPr/>
            <p:nvPr/>
          </p:nvSpPr>
          <p:spPr>
            <a:xfrm>
              <a:off x="2893630" y="1223302"/>
              <a:ext cx="1855714" cy="66662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A5D8119B-BCAF-2500-FFCB-D48EF9862F82}"/>
                </a:ext>
              </a:extLst>
            </p:cNvPr>
            <p:cNvSpPr txBox="1"/>
            <p:nvPr/>
          </p:nvSpPr>
          <p:spPr>
            <a:xfrm>
              <a:off x="2893630" y="1223302"/>
              <a:ext cx="1855714" cy="6666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2672" tIns="42672" rIns="56896" bIns="64008" numCol="1" spcCol="1270" anchor="ctr" anchorCtr="0">
              <a:noAutofit/>
            </a:bodyPr>
            <a:lstStyle/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incident_severity_Major_Damage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property_damage_NO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insured_hobbies_chess</a:t>
              </a:r>
              <a:endParaRPr lang="fr-FR" sz="800" kern="1200" dirty="0"/>
            </a:p>
            <a:p>
              <a:pPr marL="57150" lvl="1" indent="-57150" algn="l" defTabSz="355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800" i="1" kern="1200" dirty="0">
                  <a:solidFill>
                    <a:srgbClr val="002060"/>
                  </a:solidFill>
                  <a:latin typeface="Montserrat" panose="00000500000000000000" pitchFamily="2" charset="0"/>
                </a:rPr>
                <a:t>collision_type_Side Collision</a:t>
              </a:r>
              <a:endParaRPr lang="fr-FR" sz="800" kern="1200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43C41E2-8E3F-C847-E89A-3433F102D060}"/>
              </a:ext>
            </a:extLst>
          </p:cNvPr>
          <p:cNvSpPr/>
          <p:nvPr/>
        </p:nvSpPr>
        <p:spPr>
          <a:xfrm>
            <a:off x="107028" y="514771"/>
            <a:ext cx="235962" cy="24622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ExtraBold" panose="00000900000000000000" pitchFamily="2" charset="0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5A08F9-50EE-DEA5-F258-04DC5747A7F0}"/>
              </a:ext>
            </a:extLst>
          </p:cNvPr>
          <p:cNvSpPr/>
          <p:nvPr/>
        </p:nvSpPr>
        <p:spPr>
          <a:xfrm>
            <a:off x="231582" y="1871075"/>
            <a:ext cx="235962" cy="24622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ExtraBold" panose="00000900000000000000" pitchFamily="2" charset="0"/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F21EF8-101B-FDE6-3F57-B85B23C47A47}"/>
              </a:ext>
            </a:extLst>
          </p:cNvPr>
          <p:cNvSpPr/>
          <p:nvPr/>
        </p:nvSpPr>
        <p:spPr>
          <a:xfrm>
            <a:off x="1507799" y="513660"/>
            <a:ext cx="261611" cy="246221"/>
          </a:xfrm>
          <a:prstGeom prst="rect">
            <a:avLst/>
          </a:prstGeom>
          <a:solidFill>
            <a:srgbClr val="6694CE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ExtraBold" panose="00000900000000000000" pitchFamily="2" charset="0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45943E-2614-8A63-73BA-4F5647414E70}"/>
              </a:ext>
            </a:extLst>
          </p:cNvPr>
          <p:cNvSpPr/>
          <p:nvPr/>
        </p:nvSpPr>
        <p:spPr>
          <a:xfrm>
            <a:off x="2810975" y="531781"/>
            <a:ext cx="248857" cy="246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ExtraBold" panose="00000900000000000000" pitchFamily="2" charset="0"/>
              </a:rPr>
              <a:t>3</a:t>
            </a:r>
            <a:endParaRPr lang="fr-FR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807A43-3A9D-E4D5-1B79-D14CC339FA17}"/>
              </a:ext>
            </a:extLst>
          </p:cNvPr>
          <p:cNvSpPr/>
          <p:nvPr/>
        </p:nvSpPr>
        <p:spPr>
          <a:xfrm>
            <a:off x="4936592" y="2290991"/>
            <a:ext cx="261611" cy="246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ExtraBold" panose="00000900000000000000" pitchFamily="2" charset="0"/>
              </a:rPr>
              <a:t>3</a:t>
            </a:r>
            <a:endParaRPr lang="fr-FR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6F39B5-A5F5-46AE-C333-BCF167BCE890}"/>
              </a:ext>
            </a:extLst>
          </p:cNvPr>
          <p:cNvSpPr/>
          <p:nvPr/>
        </p:nvSpPr>
        <p:spPr>
          <a:xfrm>
            <a:off x="4950629" y="533368"/>
            <a:ext cx="261611" cy="246221"/>
          </a:xfrm>
          <a:prstGeom prst="rect">
            <a:avLst/>
          </a:prstGeom>
          <a:solidFill>
            <a:srgbClr val="6694CE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ExtraBold" panose="00000900000000000000" pitchFamily="2" charset="0"/>
              </a:rPr>
              <a:t>2</a:t>
            </a:r>
            <a:endParaRPr lang="fr-FR" sz="1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27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FAD4-A99E-E596-56D8-38CB4281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EA1655-C93D-3B2D-30A2-545D099EA5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8640352" y="4931042"/>
            <a:ext cx="437320" cy="147600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08334B-91D7-46DA-837A-2A85F7B647E5}" type="slidenum">
              <a:rPr kumimoji="0" lang="fr-FR" sz="600" b="0" i="0" u="none" strike="noStrike" kern="1200" cap="none" spc="10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fr-FR" sz="600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DE4F7DF-1472-3800-9415-C35AC9191C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19572" y="194400"/>
            <a:ext cx="7704856" cy="337362"/>
          </a:xfrm>
        </p:spPr>
        <p:txBody>
          <a:bodyPr>
            <a:normAutofit/>
          </a:bodyPr>
          <a:lstStyle/>
          <a:p>
            <a:r>
              <a:rPr lang="fr-FR" sz="1700" dirty="0">
                <a:solidFill>
                  <a:srgbClr val="002060"/>
                </a:solidFill>
              </a:rPr>
              <a:t>CONCLUSION</a:t>
            </a:r>
          </a:p>
        </p:txBody>
      </p:sp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C2F30639-E327-F3A3-59CC-C4BA670FEB64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625385229"/>
              </p:ext>
            </p:extLst>
          </p:nvPr>
        </p:nvGraphicFramePr>
        <p:xfrm>
          <a:off x="1241630" y="843558"/>
          <a:ext cx="666074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42D14ED-5E31-0FBD-0153-26AF7936347B}"/>
              </a:ext>
            </a:extLst>
          </p:cNvPr>
          <p:cNvSpPr/>
          <p:nvPr/>
        </p:nvSpPr>
        <p:spPr>
          <a:xfrm>
            <a:off x="7560232" y="4943956"/>
            <a:ext cx="1080120" cy="140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900" dirty="0">
                <a:solidFill>
                  <a:srgbClr val="002060"/>
                </a:solidFill>
                <a:latin typeface="Montserrat" panose="00000500000000000000" pitchFamily="2" charset="0"/>
              </a:rPr>
              <a:t>07/07/2026</a:t>
            </a:r>
          </a:p>
        </p:txBody>
      </p:sp>
    </p:spTree>
    <p:extLst>
      <p:ext uri="{BB962C8B-B14F-4D97-AF65-F5344CB8AC3E}">
        <p14:creationId xmlns:p14="http://schemas.microsoft.com/office/powerpoint/2010/main" val="3387766413"/>
      </p:ext>
    </p:extLst>
  </p:cSld>
  <p:clrMapOvr>
    <a:masterClrMapping/>
  </p:clrMapOvr>
</p:sld>
</file>

<file path=ppt/theme/theme1.xml><?xml version="1.0" encoding="utf-8"?>
<a:theme xmlns:a="http://schemas.openxmlformats.org/drawingml/2006/main" name="0_TITRE">
  <a:themeElements>
    <a:clrScheme name="CommunautéBPCE">
      <a:dk1>
        <a:srgbClr val="000000"/>
      </a:dk1>
      <a:lt1>
        <a:srgbClr val="FFFFFF"/>
      </a:lt1>
      <a:dk2>
        <a:srgbClr val="B34A8C"/>
      </a:dk2>
      <a:lt2>
        <a:srgbClr val="D6D2E3"/>
      </a:lt2>
      <a:accent1>
        <a:srgbClr val="581D74"/>
      </a:accent1>
      <a:accent2>
        <a:srgbClr val="00A193"/>
      </a:accent2>
      <a:accent3>
        <a:srgbClr val="DB4B4B"/>
      </a:accent3>
      <a:accent4>
        <a:srgbClr val="9176B4"/>
      </a:accent4>
      <a:accent5>
        <a:srgbClr val="55579E"/>
      </a:accent5>
      <a:accent6>
        <a:srgbClr val="EAB818"/>
      </a:accent6>
      <a:hlink>
        <a:srgbClr val="976C9D"/>
      </a:hlink>
      <a:folHlink>
        <a:srgbClr val="00ABA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1">
              <a:lumMod val="75000"/>
            </a:schemeClr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lnSpc>
            <a:spcPct val="85000"/>
          </a:lnSpc>
          <a:spcAft>
            <a:spcPts val="600"/>
          </a:spcAft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 - SOCFIM - Syndications" id="{F23FAAE9-8DA4-4F02-82CD-680A111201C1}" vid="{34B7271B-C8AE-4F67-8C52-66BF4C7E45C3}"/>
    </a:ext>
  </a:extLst>
</a:theme>
</file>

<file path=ppt/theme/theme2.xml><?xml version="1.0" encoding="utf-8"?>
<a:theme xmlns:a="http://schemas.openxmlformats.org/drawingml/2006/main" name="1_SOMMAIRE">
  <a:themeElements>
    <a:clrScheme name="CommunautéBPCE">
      <a:dk1>
        <a:srgbClr val="000000"/>
      </a:dk1>
      <a:lt1>
        <a:srgbClr val="FFFFFF"/>
      </a:lt1>
      <a:dk2>
        <a:srgbClr val="B34A8C"/>
      </a:dk2>
      <a:lt2>
        <a:srgbClr val="D6D2E3"/>
      </a:lt2>
      <a:accent1>
        <a:srgbClr val="581D74"/>
      </a:accent1>
      <a:accent2>
        <a:srgbClr val="00A193"/>
      </a:accent2>
      <a:accent3>
        <a:srgbClr val="DB4B4B"/>
      </a:accent3>
      <a:accent4>
        <a:srgbClr val="9176B4"/>
      </a:accent4>
      <a:accent5>
        <a:srgbClr val="55579E"/>
      </a:accent5>
      <a:accent6>
        <a:srgbClr val="EAB818"/>
      </a:accent6>
      <a:hlink>
        <a:srgbClr val="976C9D"/>
      </a:hlink>
      <a:folHlink>
        <a:srgbClr val="00ABA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1">
              <a:lumMod val="75000"/>
            </a:schemeClr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lnSpc>
            <a:spcPct val="85000"/>
          </a:lnSpc>
          <a:spcAft>
            <a:spcPts val="600"/>
          </a:spcAft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 - SOCFIM - Syndications" id="{F23FAAE9-8DA4-4F02-82CD-680A111201C1}" vid="{8975A86F-1A81-46DC-8502-E77DF4706853}"/>
    </a:ext>
  </a:extLst>
</a:theme>
</file>

<file path=ppt/theme/theme3.xml><?xml version="1.0" encoding="utf-8"?>
<a:theme xmlns:a="http://schemas.openxmlformats.org/drawingml/2006/main" name="3_SECTION_TITRE">
  <a:themeElements>
    <a:clrScheme name="CommunautéBPCE">
      <a:dk1>
        <a:srgbClr val="000000"/>
      </a:dk1>
      <a:lt1>
        <a:srgbClr val="FFFFFF"/>
      </a:lt1>
      <a:dk2>
        <a:srgbClr val="B34A8C"/>
      </a:dk2>
      <a:lt2>
        <a:srgbClr val="D6D2E3"/>
      </a:lt2>
      <a:accent1>
        <a:srgbClr val="581D74"/>
      </a:accent1>
      <a:accent2>
        <a:srgbClr val="00A193"/>
      </a:accent2>
      <a:accent3>
        <a:srgbClr val="DB4B4B"/>
      </a:accent3>
      <a:accent4>
        <a:srgbClr val="9176B4"/>
      </a:accent4>
      <a:accent5>
        <a:srgbClr val="55579E"/>
      </a:accent5>
      <a:accent6>
        <a:srgbClr val="EAB818"/>
      </a:accent6>
      <a:hlink>
        <a:srgbClr val="976C9D"/>
      </a:hlink>
      <a:folHlink>
        <a:srgbClr val="00ABA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1">
              <a:lumMod val="75000"/>
            </a:schemeClr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lnSpc>
            <a:spcPct val="85000"/>
          </a:lnSpc>
          <a:spcAft>
            <a:spcPts val="600"/>
          </a:spcAft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 - SOCFIM - Syndications" id="{F23FAAE9-8DA4-4F02-82CD-680A111201C1}" vid="{9691B5EC-4FE3-4172-B479-6D553BC42707}"/>
    </a:ext>
  </a:extLst>
</a:theme>
</file>

<file path=ppt/theme/theme4.xml><?xml version="1.0" encoding="utf-8"?>
<a:theme xmlns:a="http://schemas.openxmlformats.org/drawingml/2006/main" name="4_PRESENTATION">
  <a:themeElements>
    <a:clrScheme name="CommunautéBPCE">
      <a:dk1>
        <a:srgbClr val="000000"/>
      </a:dk1>
      <a:lt1>
        <a:srgbClr val="FFFFFF"/>
      </a:lt1>
      <a:dk2>
        <a:srgbClr val="B34A8C"/>
      </a:dk2>
      <a:lt2>
        <a:srgbClr val="D6D2E3"/>
      </a:lt2>
      <a:accent1>
        <a:srgbClr val="581D74"/>
      </a:accent1>
      <a:accent2>
        <a:srgbClr val="00A193"/>
      </a:accent2>
      <a:accent3>
        <a:srgbClr val="DB4B4B"/>
      </a:accent3>
      <a:accent4>
        <a:srgbClr val="9176B4"/>
      </a:accent4>
      <a:accent5>
        <a:srgbClr val="55579E"/>
      </a:accent5>
      <a:accent6>
        <a:srgbClr val="EAB818"/>
      </a:accent6>
      <a:hlink>
        <a:srgbClr val="976C9D"/>
      </a:hlink>
      <a:folHlink>
        <a:srgbClr val="00ABA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1">
              <a:lumMod val="75000"/>
            </a:schemeClr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</a:spPr>
      <a:bodyPr wrap="none" lIns="0" tIns="0" rIns="0" bIns="0" anchor="t" anchorCtr="0">
        <a:spAutoFit/>
      </a:bodyPr>
      <a:lstStyle>
        <a:defPPr algn="l">
          <a:defRPr sz="600" b="1" i="0" u="none" strike="noStrike" kern="1200" cap="none" spc="100" baseline="0" dirty="0">
            <a:solidFill>
              <a:schemeClr val="tx1"/>
            </a:solidFill>
            <a:latin typeface="Arial" panose="020B0604020202020204" pitchFamily="34" charset="0"/>
            <a:ea typeface="+mn-ea"/>
            <a:cs typeface="Arial" panose="020B0604020202020204" pitchFamily="34" charset="0"/>
            <a:sym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 - SOCFIM - Syndications" id="{F23FAAE9-8DA4-4F02-82CD-680A111201C1}" vid="{01EC4163-5BA5-4786-BAC1-D050D81A2F3E}"/>
    </a:ext>
  </a:extLst>
</a:theme>
</file>

<file path=ppt/theme/theme5.xml><?xml version="1.0" encoding="utf-8"?>
<a:theme xmlns:a="http://schemas.openxmlformats.org/drawingml/2006/main" name="5_PAGE_FIN">
  <a:themeElements>
    <a:clrScheme name="CommunautéBPCE">
      <a:dk1>
        <a:srgbClr val="000000"/>
      </a:dk1>
      <a:lt1>
        <a:srgbClr val="FFFFFF"/>
      </a:lt1>
      <a:dk2>
        <a:srgbClr val="B34A8C"/>
      </a:dk2>
      <a:lt2>
        <a:srgbClr val="D6D2E3"/>
      </a:lt2>
      <a:accent1>
        <a:srgbClr val="581D74"/>
      </a:accent1>
      <a:accent2>
        <a:srgbClr val="00A193"/>
      </a:accent2>
      <a:accent3>
        <a:srgbClr val="DB4B4B"/>
      </a:accent3>
      <a:accent4>
        <a:srgbClr val="9176B4"/>
      </a:accent4>
      <a:accent5>
        <a:srgbClr val="55579E"/>
      </a:accent5>
      <a:accent6>
        <a:srgbClr val="EAB818"/>
      </a:accent6>
      <a:hlink>
        <a:srgbClr val="976C9D"/>
      </a:hlink>
      <a:folHlink>
        <a:srgbClr val="00ABA4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1">
              <a:lumMod val="75000"/>
            </a:schemeClr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</a:spPr>
      <a:bodyPr wrap="none" lIns="0" tIns="0" rIns="0" bIns="0" anchor="t" anchorCtr="0">
        <a:spAutoFit/>
      </a:bodyPr>
      <a:lstStyle>
        <a:defPPr algn="l">
          <a:defRPr sz="600" b="1" i="0" u="none" strike="noStrike" kern="1200" cap="none" spc="100" baseline="0" dirty="0">
            <a:solidFill>
              <a:schemeClr val="tx1"/>
            </a:solidFill>
            <a:latin typeface="Arial" panose="020B0604020202020204" pitchFamily="34" charset="0"/>
            <a:ea typeface="+mn-ea"/>
            <a:cs typeface="Arial" panose="020B0604020202020204" pitchFamily="34" charset="0"/>
            <a:sym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 - SOCFIM - Syndications" id="{F23FAAE9-8DA4-4F02-82CD-680A111201C1}" vid="{B9AD1E23-CD20-4A30-BC80-4893A934D090}"/>
    </a:ext>
  </a:extLst>
</a:theme>
</file>

<file path=ppt/theme/theme6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d5e9ae-d14b-457e-92b3-011035136aa1">
      <Terms xmlns="http://schemas.microsoft.com/office/infopath/2007/PartnerControls"/>
    </lcf76f155ced4ddcb4097134ff3c332f>
    <TaxCatchAll xmlns="e5cf4fac-7d82-48af-b775-2ddb877cfe20" xsi:nil="true"/>
  </documentManagement>
</p:properties>
</file>

<file path=customXml/item2.xml><?xml version="1.0" encoding="utf-8"?>
<?mso-contentType ?>
<SharedContentType xmlns="Microsoft.SharePoint.Taxonomy.ContentTypeSync" SourceId="c52eb4dc-0ef3-4aa8-8e03-025dbf6c8637" ContentTypeId="0x01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D289AE4713BB4F9ABFED951A18B1F9" ma:contentTypeVersion="19" ma:contentTypeDescription="Crée un document." ma:contentTypeScope="" ma:versionID="de2caca1a00c51e074c3c39087f56193">
  <xsd:schema xmlns:xsd="http://www.w3.org/2001/XMLSchema" xmlns:xs="http://www.w3.org/2001/XMLSchema" xmlns:p="http://schemas.microsoft.com/office/2006/metadata/properties" xmlns:ns2="41d5e9ae-d14b-457e-92b3-011035136aa1" xmlns:ns3="e5cf4fac-7d82-48af-b775-2ddb877cfe20" targetNamespace="http://schemas.microsoft.com/office/2006/metadata/properties" ma:root="true" ma:fieldsID="7f3190c8d345212de6840040058ebdd7" ns2:_="" ns3:_="">
    <xsd:import namespace="41d5e9ae-d14b-457e-92b3-011035136aa1"/>
    <xsd:import namespace="e5cf4fac-7d82-48af-b775-2ddb877cfe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5e9ae-d14b-457e-92b3-011035136a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c52eb4dc-0ef3-4aa8-8e03-025dbf6c86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cf4fac-7d82-48af-b775-2ddb877cfe2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f027ae0-5c0b-4125-a387-d65fba37efdb}" ma:internalName="TaxCatchAll" ma:showField="CatchAllData" ma:web="e5cf4fac-7d82-48af-b775-2ddb877cfe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04AC50-A577-46D0-8B9F-6D3C9D53AFF5}">
  <ds:schemaRefs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62e04ec1-2f8e-4d40-9c57-97eaaccd6ada"/>
    <ds:schemaRef ds:uri="http://purl.org/dc/dcmitype/"/>
    <ds:schemaRef ds:uri="bc874318-1a07-4d09-b028-3484bbed4e99"/>
    <ds:schemaRef ds:uri="43009534-acd3-4a38-a002-df2e82ecfa94"/>
    <ds:schemaRef ds:uri="41d5e9ae-d14b-457e-92b3-011035136aa1"/>
    <ds:schemaRef ds:uri="e5cf4fac-7d82-48af-b775-2ddb877cfe20"/>
  </ds:schemaRefs>
</ds:datastoreItem>
</file>

<file path=customXml/itemProps2.xml><?xml version="1.0" encoding="utf-8"?>
<ds:datastoreItem xmlns:ds="http://schemas.openxmlformats.org/officeDocument/2006/customXml" ds:itemID="{01467BE1-FB98-46FC-8BA8-4B4CA0286446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126119BB-E960-4A5A-AD02-1627BBCDCF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d5e9ae-d14b-457e-92b3-011035136aa1"/>
    <ds:schemaRef ds:uri="e5cf4fac-7d82-48af-b775-2ddb877cfe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E4FC8CD-5BE2-42AF-96C4-576BDAD40D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Template_SEF-SOCFIM</Template>
  <TotalTime>2260</TotalTime>
  <Words>1021</Words>
  <Application>Microsoft Office PowerPoint</Application>
  <PresentationFormat>Affichage à l'écran (16:9)</PresentationFormat>
  <Paragraphs>193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10</vt:i4>
      </vt:variant>
    </vt:vector>
  </HeadingPairs>
  <TitlesOfParts>
    <vt:vector size="23" baseType="lpstr">
      <vt:lpstr>Arial</vt:lpstr>
      <vt:lpstr>Cabin Condensed</vt:lpstr>
      <vt:lpstr>Cambria Math</vt:lpstr>
      <vt:lpstr>Montserrat</vt:lpstr>
      <vt:lpstr>Montserrat ExtraBold</vt:lpstr>
      <vt:lpstr>Montserrat SemiBold</vt:lpstr>
      <vt:lpstr>Symbol</vt:lpstr>
      <vt:lpstr>Wingdings</vt:lpstr>
      <vt:lpstr>0_TITRE</vt:lpstr>
      <vt:lpstr>1_SOMMAIRE</vt:lpstr>
      <vt:lpstr>3_SECTION_TITRE</vt:lpstr>
      <vt:lpstr>4_PRESENTATION</vt:lpstr>
      <vt:lpstr>5_PAGE_FIN</vt:lpstr>
      <vt:lpstr>Présentation PowerPoint</vt:lpstr>
      <vt:lpstr>Contexte et objectifs</vt:lpstr>
      <vt:lpstr>Jeu de données et variable cible</vt:lpstr>
      <vt:lpstr>Analyse exploratoire : points clés</vt:lpstr>
      <vt:lpstr>Préparation des données</vt:lpstr>
      <vt:lpstr>Baseline et protocole d’évaluation</vt:lpstr>
      <vt:lpstr>Modélisation avancée</vt:lpstr>
      <vt:lpstr>Optimisation et Choix du modèle final</vt:lpstr>
      <vt:lpstr>Interprétation finale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SEYNOU Souhaibou [SOCFIM]</dc:creator>
  <cp:keywords/>
  <dc:description/>
  <cp:lastModifiedBy>Souhaibou Seynou</cp:lastModifiedBy>
  <cp:revision>2</cp:revision>
  <cp:lastPrinted>2020-09-02T14:43:00Z</cp:lastPrinted>
  <dcterms:created xsi:type="dcterms:W3CDTF">2026-06-08T13:11:03Z</dcterms:created>
  <dcterms:modified xsi:type="dcterms:W3CDTF">2026-07-01T20:59:30Z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3fac8c-21e3-489f-9cf1-22104cbb4988_Removed">
    <vt:lpwstr>False</vt:lpwstr>
  </property>
  <property fmtid="{D5CDD505-2E9C-101B-9397-08002B2CF9AE}" pid="3" name="MSIP_Label_7b3fac8c-21e3-489f-9cf1-22104cbb4988_ActionId">
    <vt:lpwstr>8bd919ab-a460-4e37-9b54-1c87de3c1615</vt:lpwstr>
  </property>
  <property fmtid="{D5CDD505-2E9C-101B-9397-08002B2CF9AE}" pid="4" name="MSIP_Label_7b3fac8c-21e3-489f-9cf1-22104cbb4988_Name">
    <vt:lpwstr>Sensitive \ General</vt:lpwstr>
  </property>
  <property fmtid="{D5CDD505-2E9C-101B-9397-08002B2CF9AE}" pid="5" name="MSIP_Label_7b3fac8c-21e3-489f-9cf1-22104cbb4988_SetDate">
    <vt:lpwstr>2024-12-19T15:40:37Z</vt:lpwstr>
  </property>
  <property fmtid="{D5CDD505-2E9C-101B-9397-08002B2CF9AE}" pid="6" name="MSIP_Label_7b3fac8c-21e3-489f-9cf1-22104cbb4988_SiteId">
    <vt:lpwstr>d5bb6d35-8a82-4329-b49a-5030bd6497ab</vt:lpwstr>
  </property>
  <property fmtid="{D5CDD505-2E9C-101B-9397-08002B2CF9AE}" pid="7" name="MSIP_Label_7b3fac8c-21e3-489f-9cf1-22104cbb4988_Enabled">
    <vt:lpwstr>True</vt:lpwstr>
  </property>
  <property fmtid="{D5CDD505-2E9C-101B-9397-08002B2CF9AE}" pid="8" name="ContentTypeId">
    <vt:lpwstr>0x01010082D289AE4713BB4F9ABFED951A18B1F9</vt:lpwstr>
  </property>
  <property fmtid="{D5CDD505-2E9C-101B-9397-08002B2CF9AE}" pid="9" name="MediaServiceImageTags">
    <vt:lpwstr/>
  </property>
  <property fmtid="{D5CDD505-2E9C-101B-9397-08002B2CF9AE}" pid="10" name="MSIP_Label_7b3fac8c-21e3-489f-9cf1-22104cbb4988_Parent">
    <vt:lpwstr>5f0cb6bf-b435-4848-bc3f-ebf3f3bde1a0</vt:lpwstr>
  </property>
  <property fmtid="{D5CDD505-2E9C-101B-9397-08002B2CF9AE}" pid="11" name="MSIP_Label_7b3fac8c-21e3-489f-9cf1-22104cbb4988_Extended_MSFT_Method">
    <vt:lpwstr>Standard</vt:lpwstr>
  </property>
  <property fmtid="{D5CDD505-2E9C-101B-9397-08002B2CF9AE}" pid="12" name="MSIP_Label_5f0cb6bf-b435-4848-bc3f-ebf3f3bde1a0_Enabled">
    <vt:lpwstr>True</vt:lpwstr>
  </property>
  <property fmtid="{D5CDD505-2E9C-101B-9397-08002B2CF9AE}" pid="13" name="MSIP_Label_5f0cb6bf-b435-4848-bc3f-ebf3f3bde1a0_SiteId">
    <vt:lpwstr>d5bb6d35-8a82-4329-b49a-5030bd6497ab</vt:lpwstr>
  </property>
  <property fmtid="{D5CDD505-2E9C-101B-9397-08002B2CF9AE}" pid="14" name="MSIP_Label_5f0cb6bf-b435-4848-bc3f-ebf3f3bde1a0_SetDate">
    <vt:lpwstr>2024-12-19T15:40:37Z</vt:lpwstr>
  </property>
  <property fmtid="{D5CDD505-2E9C-101B-9397-08002B2CF9AE}" pid="15" name="MSIP_Label_5f0cb6bf-b435-4848-bc3f-ebf3f3bde1a0_Name">
    <vt:lpwstr>Sensitive</vt:lpwstr>
  </property>
  <property fmtid="{D5CDD505-2E9C-101B-9397-08002B2CF9AE}" pid="16" name="MSIP_Label_5f0cb6bf-b435-4848-bc3f-ebf3f3bde1a0_ActionId">
    <vt:lpwstr>956cf392-884f-4aae-a4cf-bd6a9a1a9563</vt:lpwstr>
  </property>
  <property fmtid="{D5CDD505-2E9C-101B-9397-08002B2CF9AE}" pid="17" name="MSIP_Label_5f0cb6bf-b435-4848-bc3f-ebf3f3bde1a0_Extended_MSFT_Method">
    <vt:lpwstr>Standard</vt:lpwstr>
  </property>
  <property fmtid="{D5CDD505-2E9C-101B-9397-08002B2CF9AE}" pid="18" name="Sensitivity">
    <vt:lpwstr>Sensitive \ General Sensitive</vt:lpwstr>
  </property>
  <property fmtid="{D5CDD505-2E9C-101B-9397-08002B2CF9AE}" pid="19" name="MSIP_Label_48a19f0c-bea1-442e-a475-ed109d9ec508_Enabled">
    <vt:lpwstr>True</vt:lpwstr>
  </property>
  <property fmtid="{D5CDD505-2E9C-101B-9397-08002B2CF9AE}" pid="20" name="MSIP_Label_48a19f0c-bea1-442e-a475-ed109d9ec508_Extended_MSFT_Method">
    <vt:lpwstr>Automatic</vt:lpwstr>
  </property>
  <property fmtid="{D5CDD505-2E9C-101B-9397-08002B2CF9AE}" pid="21" name="MSIP_Label_48a19f0c-bea1-442e-a475-ed109d9ec508_SetDate">
    <vt:lpwstr>2019-04-24T12:15:37.6215196Z</vt:lpwstr>
  </property>
  <property fmtid="{D5CDD505-2E9C-101B-9397-08002B2CF9AE}" pid="22" name="MSIP_Label_48a19f0c-bea1-442e-a475-ed109d9ec508_Name">
    <vt:lpwstr>C2 - Interne BPCE</vt:lpwstr>
  </property>
  <property fmtid="{D5CDD505-2E9C-101B-9397-08002B2CF9AE}" pid="23" name="MSIP_Label_48a19f0c-bea1-442e-a475-ed109d9ec508_Owner">
    <vt:lpwstr>Gaelle.YOLLANT@bpce.fr</vt:lpwstr>
  </property>
  <property fmtid="{D5CDD505-2E9C-101B-9397-08002B2CF9AE}" pid="24" name="MSIP_Label_48a19f0c-bea1-442e-a475-ed109d9ec508_Application">
    <vt:lpwstr>Microsoft Azure Information Protection</vt:lpwstr>
  </property>
  <property fmtid="{D5CDD505-2E9C-101B-9397-08002B2CF9AE}" pid="25" name="MSIP_Label_48a19f0c-bea1-442e-a475-ed109d9ec508_SiteId">
    <vt:lpwstr>d5bb6d35-8a82-4329-b49a-5030bd6497ab</vt:lpwstr>
  </property>
</Properties>
</file>